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 id="2147485221" r:id="rId5"/>
  </p:sldMasterIdLst>
  <p:notesMasterIdLst>
    <p:notesMasterId r:id="rId9"/>
  </p:notesMasterIdLst>
  <p:handoutMasterIdLst>
    <p:handoutMasterId r:id="rId10"/>
  </p:handoutMasterIdLst>
  <p:sldIdLst>
    <p:sldId id="2076136382" r:id="rId6"/>
    <p:sldId id="2076136403" r:id="rId7"/>
    <p:sldId id="2076136402" r:id="rId8"/>
  </p:sldIdLst>
  <p:sldSz cx="7772400" cy="100584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03A48A6-C068-B949-1A4C-8F442BDCEF41}" name="Jim Banach" initials="JB" userId="S::jimbanach@microsoft.com::013eedea-94d2-42f2-be9a-aa78dc8e03c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 id="5" name="David Griffith" initials="DG" lastIdx="3" clrIdx="5">
    <p:extLst>
      <p:ext uri="{19B8F6BF-5375-455C-9EA6-DF929625EA0E}">
        <p15:presenceInfo xmlns:p15="http://schemas.microsoft.com/office/powerpoint/2012/main" userId="David Griffit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5050"/>
    <a:srgbClr val="737373"/>
    <a:srgbClr val="A6A6A6"/>
    <a:srgbClr val="B9DCD2"/>
    <a:srgbClr val="0078D4"/>
    <a:srgbClr val="F2F2F2"/>
    <a:srgbClr val="FFB900"/>
    <a:srgbClr val="F1F1F1"/>
    <a:srgbClr val="107C1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501" autoAdjust="0"/>
    <p:restoredTop sz="92741" autoAdjust="0"/>
  </p:normalViewPr>
  <p:slideViewPr>
    <p:cSldViewPr>
      <p:cViewPr varScale="1">
        <p:scale>
          <a:sx n="75" d="100"/>
          <a:sy n="75" d="100"/>
        </p:scale>
        <p:origin x="4685" y="283"/>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p:cViewPr>
        <p:scale>
          <a:sx n="1" d="2"/>
          <a:sy n="1" d="2"/>
        </p:scale>
        <p:origin x="0" y="0"/>
      </p:cViewPr>
      <p:guideLst>
        <p:guide orient="horz" pos="2880"/>
        <p:guide pos="2160"/>
      </p:guideLst>
    </p:cSldViewPr>
  </p:notesViewPr>
  <p:gridSpacing cx="180000" cy="1800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12/8/2025 11:15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2103438" y="685800"/>
            <a:ext cx="2651125"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12/8/2025 11:15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36788" y="1143000"/>
            <a:ext cx="2384425" cy="3086100"/>
          </a:xfrm>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b="1" u="sng" dirty="0"/>
              <a:t>IMPORTANT</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This deck is frequently updated with new insights and feedback from the field. Please keep version history up to date.</a:t>
            </a: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12/8/2025 11:15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0043663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58004-280E-D3F9-AFBF-E3AF95FE55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D34EBC-69CF-DAEB-428D-2DCDFDDC22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FD5D2C-9753-E056-5F74-55F4FC288B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62CE1E-B5FC-9D11-12DD-81596439871F}"/>
              </a:ext>
            </a:extLst>
          </p:cNvPr>
          <p:cNvSpPr>
            <a:spLocks noGrp="1"/>
          </p:cNvSpPr>
          <p:nvPr>
            <p:ph type="sldNum" sz="quarter" idx="5"/>
          </p:nvPr>
        </p:nvSpPr>
        <p:spPr/>
        <p:txBody>
          <a:bodyPr/>
          <a:lstStyle/>
          <a:p>
            <a:fld id="{6A0B4E7E-80B1-4B2F-A9C4-24DA06489934}" type="slidenum">
              <a:rPr lang="nl-NL" smtClean="0"/>
              <a:t>3</a:t>
            </a:fld>
            <a:endParaRPr lang="nl-NL"/>
          </a:p>
        </p:txBody>
      </p:sp>
    </p:spTree>
    <p:extLst>
      <p:ext uri="{BB962C8B-B14F-4D97-AF65-F5344CB8AC3E}">
        <p14:creationId xmlns:p14="http://schemas.microsoft.com/office/powerpoint/2010/main" val="3232423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Only dark">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lvl1pPr>
              <a:defRPr/>
            </a:lvl1pPr>
          </a:lstStyle>
          <a:p>
            <a:r>
              <a:rPr lang="en-US"/>
              <a:t>Click to edit Master title style</a:t>
            </a:r>
          </a:p>
        </p:txBody>
      </p:sp>
    </p:spTree>
    <p:extLst>
      <p:ext uri="{BB962C8B-B14F-4D97-AF65-F5344CB8AC3E}">
        <p14:creationId xmlns:p14="http://schemas.microsoft.com/office/powerpoint/2010/main" val="253942301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3" orient="horz" pos="1320" userDrawn="1">
          <p15:clr>
            <a:srgbClr val="5ACBF0"/>
          </p15:clr>
        </p15:guide>
        <p15:guide id="4" orient="horz" pos="1871" userDrawn="1">
          <p15:clr>
            <a:srgbClr val="5ACBF0"/>
          </p15:clr>
        </p15:guide>
        <p15:guide id="5" orient="horz" pos="422"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47506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75017" y="670560"/>
            <a:ext cx="7024307" cy="1625060"/>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5"/>
            <a:ext cx="7024307" cy="2997295"/>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68224" tIns="214579" rIns="268224" bIns="214579" numCol="1" spcCol="0" rtlCol="0" fromWordArt="0" anchor="t" anchorCtr="0" forceAA="0" compatLnSpc="1">
            <a:prstTxWarp prst="textNoShape">
              <a:avLst/>
            </a:prstTxWarp>
            <a:noAutofit/>
          </a:bodyPr>
          <a:lstStyle/>
          <a:p>
            <a:pPr algn="ctr" defTabSz="1367657" fontAlgn="base">
              <a:lnSpc>
                <a:spcPct val="90000"/>
              </a:lnSpc>
              <a:spcBef>
                <a:spcPct val="0"/>
              </a:spcBef>
              <a:spcAft>
                <a:spcPct val="0"/>
              </a:spcAft>
            </a:pPr>
            <a:endParaRPr lang="en-US" sz="352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68224" tIns="214579" rIns="268224" bIns="214579" numCol="1" spcCol="0" rtlCol="0" fromWordArt="0" anchor="t" anchorCtr="0" forceAA="0" compatLnSpc="1">
            <a:prstTxWarp prst="textNoShape">
              <a:avLst/>
            </a:prstTxWarp>
            <a:noAutofit/>
          </a:bodyPr>
          <a:lstStyle/>
          <a:p>
            <a:pPr algn="ctr" defTabSz="1367657" fontAlgn="base">
              <a:lnSpc>
                <a:spcPct val="90000"/>
              </a:lnSpc>
              <a:spcBef>
                <a:spcPct val="0"/>
              </a:spcBef>
              <a:spcAft>
                <a:spcPct val="0"/>
              </a:spcAft>
            </a:pPr>
            <a:endParaRPr lang="en-US" sz="3520">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a:extLst>
              <a:ext uri="{FF2B5EF4-FFF2-40B4-BE49-F238E27FC236}">
                <a16:creationId xmlns:a16="http://schemas.microsoft.com/office/drawing/2014/main" id="{C05DCC86-6794-157E-CFAC-3CD06EF32B5C}"/>
              </a:ext>
            </a:extLst>
          </p:cNvPr>
          <p:cNvPicPr>
            <a:picLocks noChangeAspect="1"/>
          </p:cNvPicPr>
          <p:nvPr userDrawn="1"/>
        </p:nvPicPr>
        <p:blipFill>
          <a:blip r:embed="rId3"/>
          <a:stretch>
            <a:fillRect/>
          </a:stretch>
        </p:blipFill>
        <p:spPr>
          <a:xfrm>
            <a:off x="7845357" y="0"/>
            <a:ext cx="904875" cy="5600700"/>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5217" r:id="rId1"/>
  </p:sldLayoutIdLst>
  <p:transition>
    <p:fade/>
  </p:transition>
  <p:hf sldNum="0" hdr="0" ftr="0" dt="0"/>
  <p:txStyles>
    <p:titleStyle>
      <a:lvl1pPr algn="l" defTabSz="1368053" rtl="0" eaLnBrk="1" latinLnBrk="0" hangingPunct="1">
        <a:lnSpc>
          <a:spcPct val="100000"/>
        </a:lnSpc>
        <a:spcBef>
          <a:spcPct val="0"/>
        </a:spcBef>
        <a:buNone/>
        <a:defRPr lang="en-US" sz="5280" b="0" kern="1200" cap="none" spc="-73" baseline="0" dirty="0" smtClean="0">
          <a:ln w="3175">
            <a:noFill/>
          </a:ln>
          <a:solidFill>
            <a:schemeClr val="tx1"/>
          </a:solidFill>
          <a:effectLst/>
          <a:latin typeface="+mj-lt"/>
          <a:ea typeface="+mn-ea"/>
          <a:cs typeface="Segoe UI" pitchFamily="34" charset="0"/>
        </a:defRPr>
      </a:lvl1pPr>
    </p:titleStyle>
    <p:bodyStyle>
      <a:lvl1pPr marL="335288" marR="0" indent="-335288" algn="l" defTabSz="136805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4107" kern="1200" spc="0" baseline="0">
          <a:solidFill>
            <a:schemeClr val="tx1"/>
          </a:solidFill>
          <a:latin typeface="+mn-lt"/>
          <a:ea typeface="+mn-ea"/>
          <a:cs typeface="Segoe UI" panose="020B0502040204020203" pitchFamily="34" charset="0"/>
        </a:defRPr>
      </a:lvl1pPr>
      <a:lvl2pPr marL="670575" marR="0" indent="-335288" algn="l" defTabSz="136805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933" kern="1200" spc="0" baseline="0">
          <a:solidFill>
            <a:schemeClr val="tx1"/>
          </a:solidFill>
          <a:latin typeface="+mn-lt"/>
          <a:ea typeface="+mn-ea"/>
          <a:cs typeface="+mn-cs"/>
        </a:defRPr>
      </a:lvl2pPr>
      <a:lvl3pPr marL="963952" marR="0" indent="-293377" algn="l" defTabSz="136805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347" kern="1200" spc="0" baseline="0">
          <a:solidFill>
            <a:schemeClr val="tx1"/>
          </a:solidFill>
          <a:latin typeface="+mn-lt"/>
          <a:ea typeface="+mn-ea"/>
          <a:cs typeface="+mn-cs"/>
        </a:defRPr>
      </a:lvl3pPr>
      <a:lvl4pPr marL="1236374" marR="0" indent="-265436" algn="l" defTabSz="136805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53" kern="1200" spc="0" baseline="0">
          <a:solidFill>
            <a:schemeClr val="tx1"/>
          </a:solidFill>
          <a:latin typeface="+mn-lt"/>
          <a:ea typeface="+mn-ea"/>
          <a:cs typeface="+mn-cs"/>
        </a:defRPr>
      </a:lvl4pPr>
      <a:lvl5pPr marL="1501810" marR="0" indent="-246809" algn="l" defTabSz="136805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53" kern="1200" spc="0" baseline="0">
          <a:solidFill>
            <a:schemeClr val="tx1"/>
          </a:solidFill>
          <a:latin typeface="+mn-lt"/>
          <a:ea typeface="+mn-ea"/>
          <a:cs typeface="+mn-cs"/>
        </a:defRPr>
      </a:lvl5pPr>
      <a:lvl6pPr marL="3762144" indent="-342014" algn="l" defTabSz="1368053" rtl="0" eaLnBrk="1" latinLnBrk="0" hangingPunct="1">
        <a:spcBef>
          <a:spcPct val="20000"/>
        </a:spcBef>
        <a:buFont typeface="Arial" pitchFamily="34" charset="0"/>
        <a:buChar char="•"/>
        <a:defRPr sz="2933" kern="1200">
          <a:solidFill>
            <a:schemeClr val="tx1"/>
          </a:solidFill>
          <a:latin typeface="+mn-lt"/>
          <a:ea typeface="+mn-ea"/>
          <a:cs typeface="+mn-cs"/>
        </a:defRPr>
      </a:lvl6pPr>
      <a:lvl7pPr marL="4446172" indent="-342014" algn="l" defTabSz="1368053" rtl="0" eaLnBrk="1" latinLnBrk="0" hangingPunct="1">
        <a:spcBef>
          <a:spcPct val="20000"/>
        </a:spcBef>
        <a:buFont typeface="Arial" pitchFamily="34" charset="0"/>
        <a:buChar char="•"/>
        <a:defRPr sz="2933" kern="1200">
          <a:solidFill>
            <a:schemeClr val="tx1"/>
          </a:solidFill>
          <a:latin typeface="+mn-lt"/>
          <a:ea typeface="+mn-ea"/>
          <a:cs typeface="+mn-cs"/>
        </a:defRPr>
      </a:lvl7pPr>
      <a:lvl8pPr marL="5130198" indent="-342014" algn="l" defTabSz="1368053" rtl="0" eaLnBrk="1" latinLnBrk="0" hangingPunct="1">
        <a:spcBef>
          <a:spcPct val="20000"/>
        </a:spcBef>
        <a:buFont typeface="Arial" pitchFamily="34" charset="0"/>
        <a:buChar char="•"/>
        <a:defRPr sz="2933" kern="1200">
          <a:solidFill>
            <a:schemeClr val="tx1"/>
          </a:solidFill>
          <a:latin typeface="+mn-lt"/>
          <a:ea typeface="+mn-ea"/>
          <a:cs typeface="+mn-cs"/>
        </a:defRPr>
      </a:lvl8pPr>
      <a:lvl9pPr marL="5814226" indent="-342014" algn="l" defTabSz="1368053" rtl="0" eaLnBrk="1" latinLnBrk="0" hangingPunct="1">
        <a:spcBef>
          <a:spcPct val="20000"/>
        </a:spcBef>
        <a:buFont typeface="Arial" pitchFamily="34" charset="0"/>
        <a:buChar char="•"/>
        <a:defRPr sz="2933" kern="1200">
          <a:solidFill>
            <a:schemeClr val="tx1"/>
          </a:solidFill>
          <a:latin typeface="+mn-lt"/>
          <a:ea typeface="+mn-ea"/>
          <a:cs typeface="+mn-cs"/>
        </a:defRPr>
      </a:lvl9pPr>
    </p:bodyStyle>
    <p:otherStyle>
      <a:defPPr>
        <a:defRPr lang="en-US"/>
      </a:defPPr>
      <a:lvl1pPr marL="0" algn="l" defTabSz="1368053" rtl="0" eaLnBrk="1" latinLnBrk="0" hangingPunct="1">
        <a:defRPr sz="2640" kern="1200">
          <a:solidFill>
            <a:schemeClr val="tx1"/>
          </a:solidFill>
          <a:latin typeface="+mn-lt"/>
          <a:ea typeface="+mn-ea"/>
          <a:cs typeface="+mn-cs"/>
        </a:defRPr>
      </a:lvl1pPr>
      <a:lvl2pPr marL="684026" algn="l" defTabSz="1368053" rtl="0" eaLnBrk="1" latinLnBrk="0" hangingPunct="1">
        <a:defRPr sz="2640" kern="1200">
          <a:solidFill>
            <a:schemeClr val="tx1"/>
          </a:solidFill>
          <a:latin typeface="+mn-lt"/>
          <a:ea typeface="+mn-ea"/>
          <a:cs typeface="+mn-cs"/>
        </a:defRPr>
      </a:lvl2pPr>
      <a:lvl3pPr marL="1368053" algn="l" defTabSz="1368053" rtl="0" eaLnBrk="1" latinLnBrk="0" hangingPunct="1">
        <a:defRPr sz="2640" kern="1200">
          <a:solidFill>
            <a:schemeClr val="tx1"/>
          </a:solidFill>
          <a:latin typeface="+mn-lt"/>
          <a:ea typeface="+mn-ea"/>
          <a:cs typeface="+mn-cs"/>
        </a:defRPr>
      </a:lvl3pPr>
      <a:lvl4pPr marL="2052079" algn="l" defTabSz="1368053" rtl="0" eaLnBrk="1" latinLnBrk="0" hangingPunct="1">
        <a:defRPr sz="2640" kern="1200">
          <a:solidFill>
            <a:schemeClr val="tx1"/>
          </a:solidFill>
          <a:latin typeface="+mn-lt"/>
          <a:ea typeface="+mn-ea"/>
          <a:cs typeface="+mn-cs"/>
        </a:defRPr>
      </a:lvl4pPr>
      <a:lvl5pPr marL="2736105" algn="l" defTabSz="1368053" rtl="0" eaLnBrk="1" latinLnBrk="0" hangingPunct="1">
        <a:defRPr sz="2640" kern="1200">
          <a:solidFill>
            <a:schemeClr val="tx1"/>
          </a:solidFill>
          <a:latin typeface="+mn-lt"/>
          <a:ea typeface="+mn-ea"/>
          <a:cs typeface="+mn-cs"/>
        </a:defRPr>
      </a:lvl5pPr>
      <a:lvl6pPr marL="3420133" algn="l" defTabSz="1368053" rtl="0" eaLnBrk="1" latinLnBrk="0" hangingPunct="1">
        <a:defRPr sz="2640" kern="1200">
          <a:solidFill>
            <a:schemeClr val="tx1"/>
          </a:solidFill>
          <a:latin typeface="+mn-lt"/>
          <a:ea typeface="+mn-ea"/>
          <a:cs typeface="+mn-cs"/>
        </a:defRPr>
      </a:lvl6pPr>
      <a:lvl7pPr marL="4104158" algn="l" defTabSz="1368053" rtl="0" eaLnBrk="1" latinLnBrk="0" hangingPunct="1">
        <a:defRPr sz="2640" kern="1200">
          <a:solidFill>
            <a:schemeClr val="tx1"/>
          </a:solidFill>
          <a:latin typeface="+mn-lt"/>
          <a:ea typeface="+mn-ea"/>
          <a:cs typeface="+mn-cs"/>
        </a:defRPr>
      </a:lvl7pPr>
      <a:lvl8pPr marL="4788184" algn="l" defTabSz="1368053" rtl="0" eaLnBrk="1" latinLnBrk="0" hangingPunct="1">
        <a:defRPr sz="2640" kern="1200">
          <a:solidFill>
            <a:schemeClr val="tx1"/>
          </a:solidFill>
          <a:latin typeface="+mn-lt"/>
          <a:ea typeface="+mn-ea"/>
          <a:cs typeface="+mn-cs"/>
        </a:defRPr>
      </a:lvl8pPr>
      <a:lvl9pPr marL="5472212" algn="l" defTabSz="1368053" rtl="0" eaLnBrk="1" latinLnBrk="0" hangingPunct="1">
        <a:defRPr sz="264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userDrawn="1">
          <p15:clr>
            <a:srgbClr val="C35EA4"/>
          </p15:clr>
        </p15:guide>
        <p15:guide id="17" pos="4662" userDrawn="1">
          <p15:clr>
            <a:srgbClr val="C35EA4"/>
          </p15:clr>
        </p15:guide>
        <p15:guide id="25" orient="horz" pos="541" userDrawn="1">
          <p15:clr>
            <a:srgbClr val="C35EA4"/>
          </p15:clr>
        </p15:guide>
        <p15:guide id="26" orient="horz" pos="5792" userDrawn="1">
          <p15:clr>
            <a:srgbClr val="C35EA4"/>
          </p15:clr>
        </p15:guide>
        <p15:guide id="27" orient="horz" pos="270" userDrawn="1">
          <p15:clr>
            <a:srgbClr val="A4A3A4"/>
          </p15:clr>
        </p15:guide>
        <p15:guide id="28" pos="118" userDrawn="1">
          <p15:clr>
            <a:srgbClr val="A4A3A4"/>
          </p15:clr>
        </p15:guide>
        <p15:guide id="29" orient="horz" pos="6065" userDrawn="1">
          <p15:clr>
            <a:srgbClr val="A4A3A4"/>
          </p15:clr>
        </p15:guide>
        <p15:guide id="30" pos="4778"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57A58F-40B2-03C8-DA8D-9BDCEF89FF91}"/>
              </a:ext>
            </a:extLst>
          </p:cNvPr>
          <p:cNvSpPr>
            <a:spLocks noGrp="1"/>
          </p:cNvSpPr>
          <p:nvPr>
            <p:ph type="title"/>
          </p:nvPr>
        </p:nvSpPr>
        <p:spPr>
          <a:xfrm>
            <a:off x="534353" y="535517"/>
            <a:ext cx="6703695" cy="194415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A128A9-2C40-181C-154F-7898D9C59654}"/>
              </a:ext>
            </a:extLst>
          </p:cNvPr>
          <p:cNvSpPr>
            <a:spLocks noGrp="1"/>
          </p:cNvSpPr>
          <p:nvPr>
            <p:ph type="body" idx="1"/>
          </p:nvPr>
        </p:nvSpPr>
        <p:spPr>
          <a:xfrm>
            <a:off x="534353" y="2677584"/>
            <a:ext cx="6703695"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2BAEAF-B000-54C5-630D-4217167CAA9A}"/>
              </a:ext>
            </a:extLst>
          </p:cNvPr>
          <p:cNvSpPr>
            <a:spLocks noGrp="1"/>
          </p:cNvSpPr>
          <p:nvPr>
            <p:ph type="dt" sz="half" idx="2"/>
          </p:nvPr>
        </p:nvSpPr>
        <p:spPr>
          <a:xfrm>
            <a:off x="534353" y="9322647"/>
            <a:ext cx="1748790" cy="535517"/>
          </a:xfrm>
          <a:prstGeom prst="rect">
            <a:avLst/>
          </a:prstGeom>
        </p:spPr>
        <p:txBody>
          <a:bodyPr vert="horz" lIns="91440" tIns="45720" rIns="91440" bIns="45720" rtlCol="0" anchor="ctr"/>
          <a:lstStyle>
            <a:lvl1pPr algn="l">
              <a:defRPr sz="765">
                <a:solidFill>
                  <a:schemeClr val="tx1">
                    <a:tint val="82000"/>
                  </a:schemeClr>
                </a:solidFill>
              </a:defRPr>
            </a:lvl1pPr>
          </a:lstStyle>
          <a:p>
            <a:fld id="{22AC392C-C97A-48D5-A72B-5F3BAB673396}" type="datetimeFigureOut">
              <a:rPr lang="en-US" smtClean="0"/>
              <a:t>12/8/2025</a:t>
            </a:fld>
            <a:endParaRPr lang="en-US"/>
          </a:p>
        </p:txBody>
      </p:sp>
      <p:sp>
        <p:nvSpPr>
          <p:cNvPr id="5" name="Footer Placeholder 4">
            <a:extLst>
              <a:ext uri="{FF2B5EF4-FFF2-40B4-BE49-F238E27FC236}">
                <a16:creationId xmlns:a16="http://schemas.microsoft.com/office/drawing/2014/main" id="{1E1F45AA-49F6-910E-F73F-2F91EB6D08C6}"/>
              </a:ext>
            </a:extLst>
          </p:cNvPr>
          <p:cNvSpPr>
            <a:spLocks noGrp="1"/>
          </p:cNvSpPr>
          <p:nvPr>
            <p:ph type="ftr" sz="quarter" idx="3"/>
          </p:nvPr>
        </p:nvSpPr>
        <p:spPr>
          <a:xfrm>
            <a:off x="2574608" y="9322647"/>
            <a:ext cx="2623185" cy="535517"/>
          </a:xfrm>
          <a:prstGeom prst="rect">
            <a:avLst/>
          </a:prstGeom>
        </p:spPr>
        <p:txBody>
          <a:bodyPr vert="horz" lIns="91440" tIns="45720" rIns="91440" bIns="45720" rtlCol="0" anchor="ctr"/>
          <a:lstStyle>
            <a:lvl1pPr algn="ctr">
              <a:defRPr sz="765">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B6F87C9-D51A-4C5E-5DFB-25ACBE28588F}"/>
              </a:ext>
            </a:extLst>
          </p:cNvPr>
          <p:cNvSpPr>
            <a:spLocks noGrp="1"/>
          </p:cNvSpPr>
          <p:nvPr>
            <p:ph type="sldNum" sz="quarter" idx="4"/>
          </p:nvPr>
        </p:nvSpPr>
        <p:spPr>
          <a:xfrm>
            <a:off x="5489258" y="9322647"/>
            <a:ext cx="1748790" cy="535517"/>
          </a:xfrm>
          <a:prstGeom prst="rect">
            <a:avLst/>
          </a:prstGeom>
        </p:spPr>
        <p:txBody>
          <a:bodyPr vert="horz" lIns="91440" tIns="45720" rIns="91440" bIns="45720" rtlCol="0" anchor="ctr"/>
          <a:lstStyle>
            <a:lvl1pPr algn="r">
              <a:defRPr sz="765">
                <a:solidFill>
                  <a:schemeClr val="tx1">
                    <a:tint val="82000"/>
                  </a:schemeClr>
                </a:solidFill>
              </a:defRPr>
            </a:lvl1pPr>
          </a:lstStyle>
          <a:p>
            <a:fld id="{1BD119B0-6793-4697-B802-1AB94AC91327}" type="slidenum">
              <a:rPr lang="en-US" smtClean="0"/>
              <a:t>‹#›</a:t>
            </a:fld>
            <a:endParaRPr lang="en-US"/>
          </a:p>
        </p:txBody>
      </p:sp>
      <p:grpSp>
        <p:nvGrpSpPr>
          <p:cNvPr id="7" name="Group 6">
            <a:extLst>
              <a:ext uri="{FF2B5EF4-FFF2-40B4-BE49-F238E27FC236}">
                <a16:creationId xmlns:a16="http://schemas.microsoft.com/office/drawing/2014/main" id="{9DADCDAC-C4DB-B61E-6D64-F6C69D9EF3D8}"/>
              </a:ext>
              <a:ext uri="{C183D7F6-B498-43B3-948B-1728B52AA6E4}">
                <adec:decorative xmlns:adec="http://schemas.microsoft.com/office/drawing/2017/decorative" val="1"/>
              </a:ext>
            </a:extLst>
          </p:cNvPr>
          <p:cNvGrpSpPr/>
          <p:nvPr userDrawn="1"/>
        </p:nvGrpSpPr>
        <p:grpSpPr>
          <a:xfrm rot="5400000">
            <a:off x="5322954" y="2543317"/>
            <a:ext cx="5766816" cy="680191"/>
            <a:chOff x="5011976" y="651260"/>
            <a:chExt cx="5654676" cy="1941089"/>
          </a:xfrm>
        </p:grpSpPr>
        <p:grpSp>
          <p:nvGrpSpPr>
            <p:cNvPr id="8" name="Group 7">
              <a:extLst>
                <a:ext uri="{FF2B5EF4-FFF2-40B4-BE49-F238E27FC236}">
                  <a16:creationId xmlns:a16="http://schemas.microsoft.com/office/drawing/2014/main" id="{D57F1196-2E48-7E37-44DB-80CC2B1E3C31}"/>
                </a:ext>
              </a:extLst>
            </p:cNvPr>
            <p:cNvGrpSpPr/>
            <p:nvPr/>
          </p:nvGrpSpPr>
          <p:grpSpPr>
            <a:xfrm>
              <a:off x="5011976" y="1436688"/>
              <a:ext cx="5651263" cy="1155661"/>
              <a:chOff x="5011976" y="1436688"/>
              <a:chExt cx="5595439" cy="1115005"/>
            </a:xfrm>
          </p:grpSpPr>
          <p:sp>
            <p:nvSpPr>
              <p:cNvPr id="15" name="Rectangle 14">
                <a:extLst>
                  <a:ext uri="{FF2B5EF4-FFF2-40B4-BE49-F238E27FC236}">
                    <a16:creationId xmlns:a16="http://schemas.microsoft.com/office/drawing/2014/main" id="{56E635E1-02E5-FE83-3B63-69B82690F081}"/>
                  </a:ext>
                </a:extLst>
              </p:cNvPr>
              <p:cNvSpPr/>
              <p:nvPr/>
            </p:nvSpPr>
            <p:spPr bwMode="auto">
              <a:xfrm>
                <a:off x="5011976" y="1436688"/>
                <a:ext cx="1393741" cy="1114545"/>
              </a:xfrm>
              <a:prstGeom prst="rect">
                <a:avLst/>
              </a:prstGeom>
              <a:solidFill>
                <a:srgbClr val="FFFFFF"/>
              </a:solidFill>
              <a:ln w="6350">
                <a:solidFill>
                  <a:srgbClr val="B1B3B3"/>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91440" rIns="91440" bIns="91440" numCol="1" rtlCol="0" anchor="t" anchorCtr="0" compatLnSpc="1">
                <a:prstTxWarp prst="textNoShape">
                  <a:avLst/>
                </a:prstTxWarp>
              </a:bodyPr>
              <a:lstStyle/>
              <a:p>
                <a:pPr defTabSz="594451" fontAlgn="base">
                  <a:spcBef>
                    <a:spcPct val="0"/>
                  </a:spcBef>
                  <a:spcAft>
                    <a:spcPct val="0"/>
                  </a:spcAft>
                </a:pPr>
                <a:r>
                  <a:rPr lang="en-US" sz="383">
                    <a:solidFill>
                      <a:schemeClr val="tx1"/>
                    </a:solidFill>
                  </a:rPr>
                  <a:t>Text/Background 1</a:t>
                </a:r>
              </a:p>
              <a:p>
                <a:pPr defTabSz="594451" fontAlgn="base">
                  <a:spcBef>
                    <a:spcPct val="0"/>
                  </a:spcBef>
                  <a:spcAft>
                    <a:spcPct val="0"/>
                  </a:spcAft>
                </a:pPr>
                <a:r>
                  <a:rPr lang="en-US" sz="255">
                    <a:solidFill>
                      <a:schemeClr val="tx1"/>
                    </a:solidFill>
                    <a:latin typeface="+mj-lt"/>
                  </a:rPr>
                  <a:t>Pure White</a:t>
                </a:r>
              </a:p>
              <a:p>
                <a:pPr defTabSz="594451" fontAlgn="base">
                  <a:spcBef>
                    <a:spcPct val="0"/>
                  </a:spcBef>
                  <a:spcAft>
                    <a:spcPct val="0"/>
                  </a:spcAft>
                </a:pPr>
                <a:r>
                  <a:rPr lang="en-US" sz="255">
                    <a:solidFill>
                      <a:schemeClr val="tx1"/>
                    </a:solidFill>
                  </a:rPr>
                  <a:t>Hex #ffffff</a:t>
                </a:r>
              </a:p>
              <a:p>
                <a:pPr defTabSz="594451" fontAlgn="base">
                  <a:spcBef>
                    <a:spcPct val="0"/>
                  </a:spcBef>
                  <a:spcAft>
                    <a:spcPct val="0"/>
                  </a:spcAft>
                </a:pPr>
                <a:r>
                  <a:rPr lang="en-US" sz="255">
                    <a:solidFill>
                      <a:schemeClr val="tx1"/>
                    </a:solidFill>
                  </a:rPr>
                  <a:t>R255 G255 B255</a:t>
                </a:r>
                <a:endParaRPr lang="en-US" sz="383">
                  <a:solidFill>
                    <a:schemeClr val="tx1"/>
                  </a:solidFill>
                </a:endParaRPr>
              </a:p>
            </p:txBody>
          </p:sp>
          <p:sp>
            <p:nvSpPr>
              <p:cNvPr id="16" name="Rectangle 15">
                <a:extLst>
                  <a:ext uri="{FF2B5EF4-FFF2-40B4-BE49-F238E27FC236}">
                    <a16:creationId xmlns:a16="http://schemas.microsoft.com/office/drawing/2014/main" id="{D7449D15-E88B-4C1B-9AC6-08AA41FAE18D}"/>
                  </a:ext>
                </a:extLst>
              </p:cNvPr>
              <p:cNvSpPr/>
              <p:nvPr/>
            </p:nvSpPr>
            <p:spPr bwMode="auto">
              <a:xfrm>
                <a:off x="6409128" y="1437147"/>
                <a:ext cx="1400567" cy="1114545"/>
              </a:xfrm>
              <a:prstGeom prst="rect">
                <a:avLst/>
              </a:prstGeom>
              <a:solidFill>
                <a:srgbClr val="000000"/>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91440" rIns="91440" bIns="91440" numCol="1" rtlCol="0" anchor="t" anchorCtr="0" compatLnSpc="1">
                <a:prstTxWarp prst="textNoShape">
                  <a:avLst/>
                </a:prstTxWarp>
              </a:bodyPr>
              <a:lstStyle/>
              <a:p>
                <a:pPr defTabSz="594451" fontAlgn="base">
                  <a:spcBef>
                    <a:spcPct val="0"/>
                  </a:spcBef>
                  <a:spcAft>
                    <a:spcPct val="0"/>
                  </a:spcAft>
                </a:pPr>
                <a:r>
                  <a:rPr lang="en-US" sz="383">
                    <a:solidFill>
                      <a:schemeClr val="bg1"/>
                    </a:solidFill>
                  </a:rPr>
                  <a:t>Text 2</a:t>
                </a:r>
              </a:p>
              <a:p>
                <a:pPr marL="0" marR="0" lvl="0" indent="0" algn="l" defTabSz="594451" rtl="0" eaLnBrk="1" fontAlgn="base" latinLnBrk="0" hangingPunct="1">
                  <a:lnSpc>
                    <a:spcPct val="100000"/>
                  </a:lnSpc>
                  <a:spcBef>
                    <a:spcPct val="0"/>
                  </a:spcBef>
                  <a:spcAft>
                    <a:spcPct val="0"/>
                  </a:spcAft>
                  <a:buClrTx/>
                  <a:buSzTx/>
                  <a:buFontTx/>
                  <a:buNone/>
                  <a:tabLst/>
                  <a:defRPr/>
                </a:pPr>
                <a:r>
                  <a:rPr kumimoji="0" lang="en-US" sz="255" b="0" i="0" u="none" strike="noStrike" kern="1200" cap="none" spc="0" normalizeH="0" baseline="0" noProof="0">
                    <a:ln>
                      <a:noFill/>
                    </a:ln>
                    <a:solidFill>
                      <a:schemeClr val="bg1"/>
                    </a:solidFill>
                    <a:effectLst/>
                    <a:uLnTx/>
                    <a:uFillTx/>
                    <a:latin typeface="+mj-lt"/>
                    <a:ea typeface="+mn-ea"/>
                    <a:cs typeface="+mn-cs"/>
                  </a:rPr>
                  <a:t>Pure Black</a:t>
                </a:r>
              </a:p>
              <a:p>
                <a:pPr marL="0" marR="0" lvl="0" indent="0" algn="l" defTabSz="594451" rtl="0" eaLnBrk="1" fontAlgn="base" latinLnBrk="0" hangingPunct="1">
                  <a:lnSpc>
                    <a:spcPct val="100000"/>
                  </a:lnSpc>
                  <a:spcBef>
                    <a:spcPct val="0"/>
                  </a:spcBef>
                  <a:spcAft>
                    <a:spcPct val="0"/>
                  </a:spcAft>
                  <a:buClrTx/>
                  <a:buSzTx/>
                  <a:buFontTx/>
                  <a:buNone/>
                  <a:tabLst/>
                  <a:defRPr/>
                </a:pPr>
                <a:r>
                  <a:rPr kumimoji="0" lang="en-US" sz="255" b="0" i="0" u="none" strike="noStrike" kern="1200" cap="none" spc="0" normalizeH="0" baseline="0" noProof="0">
                    <a:ln>
                      <a:noFill/>
                    </a:ln>
                    <a:solidFill>
                      <a:schemeClr val="bg1"/>
                    </a:solidFill>
                    <a:effectLst/>
                    <a:uLnTx/>
                    <a:uFillTx/>
                    <a:latin typeface="Segoe Sans Display"/>
                    <a:ea typeface="+mn-ea"/>
                    <a:cs typeface="+mn-cs"/>
                  </a:rPr>
                  <a:t>Hex #000000</a:t>
                </a:r>
              </a:p>
              <a:p>
                <a:pPr marL="0" marR="0" lvl="0" indent="0" algn="l" defTabSz="594451" rtl="0" eaLnBrk="1" fontAlgn="base" latinLnBrk="0" hangingPunct="1">
                  <a:lnSpc>
                    <a:spcPct val="100000"/>
                  </a:lnSpc>
                  <a:spcBef>
                    <a:spcPct val="0"/>
                  </a:spcBef>
                  <a:spcAft>
                    <a:spcPct val="0"/>
                  </a:spcAft>
                  <a:buClrTx/>
                  <a:buSzTx/>
                  <a:buFontTx/>
                  <a:buNone/>
                  <a:tabLst/>
                  <a:defRPr/>
                </a:pPr>
                <a:r>
                  <a:rPr kumimoji="0" lang="en-US" sz="255" b="0" i="0" u="none" strike="noStrike" kern="1200" cap="none" spc="0" normalizeH="0" baseline="0" noProof="0">
                    <a:ln>
                      <a:noFill/>
                    </a:ln>
                    <a:solidFill>
                      <a:schemeClr val="bg1"/>
                    </a:solidFill>
                    <a:effectLst/>
                    <a:uLnTx/>
                    <a:uFillTx/>
                    <a:latin typeface="Segoe Sans Display"/>
                    <a:ea typeface="+mn-ea"/>
                    <a:cs typeface="+mn-cs"/>
                  </a:rPr>
                  <a:t>R0 G0 B0</a:t>
                </a:r>
              </a:p>
            </p:txBody>
          </p:sp>
          <p:sp>
            <p:nvSpPr>
              <p:cNvPr id="17" name="Rectangle 16">
                <a:extLst>
                  <a:ext uri="{FF2B5EF4-FFF2-40B4-BE49-F238E27FC236}">
                    <a16:creationId xmlns:a16="http://schemas.microsoft.com/office/drawing/2014/main" id="{D2A8A4AB-9DF2-44E2-302F-9267B18EACC5}"/>
                  </a:ext>
                </a:extLst>
              </p:cNvPr>
              <p:cNvSpPr/>
              <p:nvPr/>
            </p:nvSpPr>
            <p:spPr bwMode="auto">
              <a:xfrm>
                <a:off x="9206848" y="1437147"/>
                <a:ext cx="1400567" cy="1114545"/>
              </a:xfrm>
              <a:prstGeom prst="rect">
                <a:avLst/>
              </a:prstGeom>
              <a:solidFill>
                <a:srgbClr val="091F2C"/>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91440" rIns="91440" bIns="91440" numCol="1" rtlCol="0" anchor="t" anchorCtr="0" compatLnSpc="1">
                <a:prstTxWarp prst="textNoShape">
                  <a:avLst/>
                </a:prstTxWarp>
              </a:bodyPr>
              <a:lstStyle/>
              <a:p>
                <a:pPr defTabSz="594451" fontAlgn="base">
                  <a:spcBef>
                    <a:spcPct val="0"/>
                  </a:spcBef>
                  <a:spcAft>
                    <a:spcPct val="0"/>
                  </a:spcAft>
                </a:pPr>
                <a:r>
                  <a:rPr lang="en-US" sz="383">
                    <a:solidFill>
                      <a:schemeClr val="bg1"/>
                    </a:solidFill>
                  </a:rPr>
                  <a:t>Background 3</a:t>
                </a:r>
              </a:p>
              <a:p>
                <a:pPr defTabSz="594451" fontAlgn="base">
                  <a:spcBef>
                    <a:spcPct val="0"/>
                  </a:spcBef>
                  <a:spcAft>
                    <a:spcPct val="0"/>
                  </a:spcAft>
                  <a:defRPr/>
                </a:pPr>
                <a:r>
                  <a:rPr lang="en-US" sz="255">
                    <a:solidFill>
                      <a:schemeClr val="bg1"/>
                    </a:solidFill>
                    <a:latin typeface="+mj-lt"/>
                  </a:rPr>
                  <a:t>Blue Black</a:t>
                </a:r>
              </a:p>
              <a:p>
                <a:pPr marL="0" marR="0" lvl="0" indent="0" algn="l" defTabSz="594451" rtl="0" eaLnBrk="1" fontAlgn="base" latinLnBrk="0" hangingPunct="1">
                  <a:lnSpc>
                    <a:spcPct val="100000"/>
                  </a:lnSpc>
                  <a:spcBef>
                    <a:spcPct val="0"/>
                  </a:spcBef>
                  <a:spcAft>
                    <a:spcPct val="0"/>
                  </a:spcAft>
                  <a:buClrTx/>
                  <a:buSzTx/>
                  <a:buFontTx/>
                  <a:buNone/>
                  <a:tabLst/>
                  <a:defRPr/>
                </a:pPr>
                <a:r>
                  <a:rPr kumimoji="0" lang="en-US" sz="255" b="0" i="0" u="none" strike="noStrike" kern="1200" cap="none" spc="0" normalizeH="0" baseline="0" noProof="0">
                    <a:ln>
                      <a:noFill/>
                    </a:ln>
                    <a:solidFill>
                      <a:schemeClr val="bg1"/>
                    </a:solidFill>
                    <a:effectLst/>
                    <a:uLnTx/>
                    <a:uFillTx/>
                    <a:latin typeface="Segoe Sans Display"/>
                    <a:ea typeface="+mn-ea"/>
                    <a:cs typeface="+mn-cs"/>
                  </a:rPr>
                  <a:t>Hex #091f2c</a:t>
                </a:r>
              </a:p>
              <a:p>
                <a:pPr marL="0" marR="0" lvl="0" indent="0" algn="l" defTabSz="594451" rtl="0" eaLnBrk="1" fontAlgn="base" latinLnBrk="0" hangingPunct="1">
                  <a:lnSpc>
                    <a:spcPct val="100000"/>
                  </a:lnSpc>
                  <a:spcBef>
                    <a:spcPct val="0"/>
                  </a:spcBef>
                  <a:spcAft>
                    <a:spcPct val="0"/>
                  </a:spcAft>
                  <a:buClrTx/>
                  <a:buSzTx/>
                  <a:buFontTx/>
                  <a:buNone/>
                  <a:tabLst/>
                  <a:defRPr/>
                </a:pPr>
                <a:r>
                  <a:rPr kumimoji="0" lang="en-US" sz="255" b="0" i="0" u="none" strike="noStrike" kern="1200" cap="none" spc="0" normalizeH="0" baseline="0" noProof="0">
                    <a:ln>
                      <a:noFill/>
                    </a:ln>
                    <a:solidFill>
                      <a:schemeClr val="bg1"/>
                    </a:solidFill>
                    <a:effectLst/>
                    <a:uLnTx/>
                    <a:uFillTx/>
                    <a:latin typeface="Segoe Sans Display"/>
                    <a:ea typeface="+mn-ea"/>
                    <a:cs typeface="+mn-cs"/>
                  </a:rPr>
                  <a:t>R9 G31 B44</a:t>
                </a:r>
              </a:p>
            </p:txBody>
          </p:sp>
          <p:sp>
            <p:nvSpPr>
              <p:cNvPr id="18" name="Rectangle 17">
                <a:extLst>
                  <a:ext uri="{FF2B5EF4-FFF2-40B4-BE49-F238E27FC236}">
                    <a16:creationId xmlns:a16="http://schemas.microsoft.com/office/drawing/2014/main" id="{087C7C97-7B8B-84D9-EE51-FD06E02F6947}"/>
                  </a:ext>
                </a:extLst>
              </p:cNvPr>
              <p:cNvSpPr/>
              <p:nvPr/>
            </p:nvSpPr>
            <p:spPr bwMode="auto">
              <a:xfrm>
                <a:off x="7806280" y="1437148"/>
                <a:ext cx="1400566" cy="1114545"/>
              </a:xfrm>
              <a:prstGeom prst="rect">
                <a:avLst/>
              </a:prstGeom>
              <a:solidFill>
                <a:srgbClr val="F4F3F5"/>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91440" rIns="91440" bIns="91440" numCol="1" rtlCol="0" anchor="t" anchorCtr="0" compatLnSpc="1">
                <a:prstTxWarp prst="textNoShape">
                  <a:avLst/>
                </a:prstTxWarp>
              </a:bodyPr>
              <a:lstStyle/>
              <a:p>
                <a:pPr defTabSz="594451" fontAlgn="base">
                  <a:spcBef>
                    <a:spcPct val="0"/>
                  </a:spcBef>
                  <a:spcAft>
                    <a:spcPct val="0"/>
                  </a:spcAft>
                </a:pPr>
                <a:r>
                  <a:rPr lang="en-US" sz="383">
                    <a:solidFill>
                      <a:schemeClr val="tx1"/>
                    </a:solidFill>
                  </a:rPr>
                  <a:t>Background 2</a:t>
                </a:r>
              </a:p>
              <a:p>
                <a:pPr marR="0" lvl="0" indent="0" defTabSz="594451" fontAlgn="base">
                  <a:lnSpc>
                    <a:spcPct val="100000"/>
                  </a:lnSpc>
                  <a:spcBef>
                    <a:spcPct val="0"/>
                  </a:spcBef>
                  <a:spcAft>
                    <a:spcPct val="0"/>
                  </a:spcAft>
                  <a:buClrTx/>
                  <a:buSzTx/>
                  <a:buFontTx/>
                  <a:buNone/>
                  <a:tabLst/>
                  <a:defRPr/>
                </a:pPr>
                <a:r>
                  <a:rPr lang="en-US" sz="255">
                    <a:solidFill>
                      <a:schemeClr val="tx1"/>
                    </a:solidFill>
                    <a:latin typeface="+mj-lt"/>
                  </a:rPr>
                  <a:t>Off White</a:t>
                </a:r>
              </a:p>
              <a:p>
                <a:pPr marL="0" marR="0" lvl="0" indent="0" algn="l" defTabSz="594451" rtl="0" eaLnBrk="1" fontAlgn="base" latinLnBrk="0" hangingPunct="1">
                  <a:lnSpc>
                    <a:spcPct val="100000"/>
                  </a:lnSpc>
                  <a:spcBef>
                    <a:spcPct val="0"/>
                  </a:spcBef>
                  <a:spcAft>
                    <a:spcPct val="0"/>
                  </a:spcAft>
                  <a:buClrTx/>
                  <a:buSzTx/>
                  <a:buFontTx/>
                  <a:buNone/>
                  <a:tabLst/>
                  <a:defRPr/>
                </a:pPr>
                <a:r>
                  <a:rPr kumimoji="0" lang="pt-BR" sz="255" b="0" i="0" u="none" strike="noStrike" kern="1200" cap="none" spc="0" normalizeH="0" baseline="0" noProof="0" err="1">
                    <a:ln>
                      <a:noFill/>
                    </a:ln>
                    <a:solidFill>
                      <a:srgbClr val="091F2C"/>
                    </a:solidFill>
                    <a:effectLst/>
                    <a:uLnTx/>
                    <a:uFillTx/>
                    <a:latin typeface="Segoe Sans Display"/>
                    <a:ea typeface="+mn-ea"/>
                    <a:cs typeface="+mn-cs"/>
                  </a:rPr>
                  <a:t>Hex</a:t>
                </a:r>
                <a:r>
                  <a:rPr kumimoji="0" lang="pt-BR" sz="255" b="0" i="0" u="none" strike="noStrike" kern="1200" cap="none" spc="0" normalizeH="0" baseline="0" noProof="0">
                    <a:ln>
                      <a:noFill/>
                    </a:ln>
                    <a:solidFill>
                      <a:srgbClr val="091F2C"/>
                    </a:solidFill>
                    <a:effectLst/>
                    <a:uLnTx/>
                    <a:uFillTx/>
                    <a:latin typeface="Segoe Sans Display"/>
                    <a:ea typeface="+mn-ea"/>
                    <a:cs typeface="+mn-cs"/>
                  </a:rPr>
                  <a:t> #f4f3f5</a:t>
                </a:r>
              </a:p>
              <a:p>
                <a:pPr marL="0" marR="0" lvl="0" indent="0" algn="l" defTabSz="594451" rtl="0" eaLnBrk="1" fontAlgn="base" latinLnBrk="0" hangingPunct="1">
                  <a:lnSpc>
                    <a:spcPct val="100000"/>
                  </a:lnSpc>
                  <a:spcBef>
                    <a:spcPct val="0"/>
                  </a:spcBef>
                  <a:spcAft>
                    <a:spcPct val="0"/>
                  </a:spcAft>
                  <a:buClrTx/>
                  <a:buSzTx/>
                  <a:buFontTx/>
                  <a:buNone/>
                  <a:tabLst/>
                  <a:defRPr/>
                </a:pPr>
                <a:r>
                  <a:rPr kumimoji="0" lang="pt-BR" sz="255" b="0" i="0" u="none" strike="noStrike" kern="1200" cap="none" spc="0" normalizeH="0" baseline="0" noProof="0">
                    <a:ln>
                      <a:noFill/>
                    </a:ln>
                    <a:solidFill>
                      <a:srgbClr val="091F2C"/>
                    </a:solidFill>
                    <a:effectLst/>
                    <a:uLnTx/>
                    <a:uFillTx/>
                    <a:latin typeface="Segoe Sans Display"/>
                    <a:ea typeface="+mn-ea"/>
                    <a:cs typeface="+mn-cs"/>
                  </a:rPr>
                  <a:t>R244 G243 B245</a:t>
                </a:r>
              </a:p>
            </p:txBody>
          </p:sp>
        </p:grpSp>
        <p:sp>
          <p:nvSpPr>
            <p:cNvPr id="9" name="Rectangle 8">
              <a:extLst>
                <a:ext uri="{FF2B5EF4-FFF2-40B4-BE49-F238E27FC236}">
                  <a16:creationId xmlns:a16="http://schemas.microsoft.com/office/drawing/2014/main" id="{B54A0ED9-97FC-59A3-2DCC-A49E86490D63}"/>
                </a:ext>
              </a:extLst>
            </p:cNvPr>
            <p:cNvSpPr/>
            <p:nvPr/>
          </p:nvSpPr>
          <p:spPr bwMode="auto">
            <a:xfrm>
              <a:off x="5011981" y="651260"/>
              <a:ext cx="943222" cy="785898"/>
            </a:xfrm>
            <a:prstGeom prst="rect">
              <a:avLst/>
            </a:prstGeom>
            <a:solidFill>
              <a:srgbClr val="0078D4"/>
            </a:solidFill>
            <a:ln>
              <a:no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91440" rIns="91440" bIns="91440" numCol="1" rtlCol="0" anchor="t" anchorCtr="0" compatLnSpc="1">
              <a:prstTxWarp prst="textNoShape">
                <a:avLst/>
              </a:prstTxWarp>
            </a:bodyPr>
            <a:lstStyle/>
            <a:p>
              <a:pPr defTabSz="594451" fontAlgn="base">
                <a:spcBef>
                  <a:spcPct val="0"/>
                </a:spcBef>
                <a:spcAft>
                  <a:spcPct val="0"/>
                </a:spcAft>
              </a:pPr>
              <a:r>
                <a:rPr lang="en-US" sz="383">
                  <a:solidFill>
                    <a:schemeClr val="bg1"/>
                  </a:solidFill>
                </a:rPr>
                <a:t>Accent 1</a:t>
              </a:r>
            </a:p>
            <a:p>
              <a:pPr marL="0" marR="0" lvl="0" indent="0" defTabSz="582909" rtl="0" eaLnBrk="1" fontAlgn="auto" latinLnBrk="0" hangingPunct="1">
                <a:lnSpc>
                  <a:spcPct val="100000"/>
                </a:lnSpc>
                <a:spcBef>
                  <a:spcPts val="0"/>
                </a:spcBef>
                <a:spcAft>
                  <a:spcPts val="0"/>
                </a:spcAft>
                <a:buClrTx/>
                <a:buSzTx/>
                <a:buFontTx/>
                <a:buNone/>
                <a:tabLst/>
                <a:defRPr/>
              </a:pPr>
              <a:r>
                <a:rPr kumimoji="0" lang="en-US" sz="255" b="0" i="0" u="none" strike="noStrike" kern="1200" cap="none" spc="0" normalizeH="0" baseline="0" noProof="0">
                  <a:ln>
                    <a:noFill/>
                  </a:ln>
                  <a:solidFill>
                    <a:schemeClr val="bg1"/>
                  </a:solidFill>
                  <a:effectLst/>
                  <a:uLnTx/>
                  <a:uFillTx/>
                  <a:latin typeface="+mj-lt"/>
                  <a:ea typeface="+mn-ea"/>
                  <a:cs typeface="Segoe UI"/>
                </a:rPr>
                <a:t>Blue</a:t>
              </a:r>
            </a:p>
            <a:p>
              <a:pPr marL="0" marR="0" lvl="0" indent="0" defTabSz="582909" rtl="0" eaLnBrk="1" fontAlgn="auto" latinLnBrk="0" hangingPunct="1">
                <a:lnSpc>
                  <a:spcPct val="100000"/>
                </a:lnSpc>
                <a:spcBef>
                  <a:spcPts val="0"/>
                </a:spcBef>
                <a:spcAft>
                  <a:spcPts val="0"/>
                </a:spcAft>
                <a:buClrTx/>
                <a:buSzTx/>
                <a:buFontTx/>
                <a:buNone/>
                <a:tabLst/>
                <a:defRPr/>
              </a:pPr>
              <a:r>
                <a:rPr kumimoji="0" lang="en-US" sz="255" b="0" i="0" u="none" strike="noStrike" kern="1200" cap="none" spc="0" normalizeH="0" baseline="0" noProof="0">
                  <a:ln>
                    <a:noFill/>
                  </a:ln>
                  <a:solidFill>
                    <a:schemeClr val="bg1"/>
                  </a:solidFill>
                  <a:effectLst/>
                  <a:uLnTx/>
                  <a:uFillTx/>
                  <a:latin typeface="+mj-lt"/>
                  <a:ea typeface="+mn-ea"/>
                  <a:cs typeface="Segoe UI"/>
                </a:rPr>
                <a:t>Hex #0078D4</a:t>
              </a:r>
            </a:p>
            <a:p>
              <a:pPr marL="0" marR="0" lvl="0" indent="0" defTabSz="582909" rtl="0" eaLnBrk="1" fontAlgn="auto" latinLnBrk="0" hangingPunct="1">
                <a:lnSpc>
                  <a:spcPct val="100000"/>
                </a:lnSpc>
                <a:spcBef>
                  <a:spcPts val="0"/>
                </a:spcBef>
                <a:spcAft>
                  <a:spcPts val="0"/>
                </a:spcAft>
                <a:buClrTx/>
                <a:buSzTx/>
                <a:buFontTx/>
                <a:buNone/>
                <a:tabLst/>
                <a:defRPr/>
              </a:pPr>
              <a:r>
                <a:rPr kumimoji="0" lang="en-US" sz="255" b="0" i="0" u="none" strike="noStrike" kern="1200" cap="none" spc="0" normalizeH="0" baseline="0" noProof="0">
                  <a:ln>
                    <a:noFill/>
                  </a:ln>
                  <a:solidFill>
                    <a:schemeClr val="bg1"/>
                  </a:solidFill>
                  <a:effectLst/>
                  <a:uLnTx/>
                  <a:uFillTx/>
                  <a:latin typeface="+mj-lt"/>
                  <a:ea typeface="+mn-ea"/>
                  <a:cs typeface="Segoe UI"/>
                </a:rPr>
                <a:t>R0 G120 B212</a:t>
              </a:r>
              <a:endParaRPr kumimoji="0" lang="en-US" sz="255" b="0" i="0" u="none" strike="noStrike" kern="1200" cap="none" spc="0" normalizeH="0" baseline="0" noProof="0">
                <a:ln>
                  <a:noFill/>
                </a:ln>
                <a:solidFill>
                  <a:schemeClr val="bg1"/>
                </a:solidFill>
                <a:effectLst/>
                <a:uLnTx/>
                <a:uFillTx/>
                <a:latin typeface="Segoe Sans Display"/>
                <a:ea typeface="+mn-ea"/>
                <a:cs typeface="Segoe UI"/>
              </a:endParaRPr>
            </a:p>
          </p:txBody>
        </p:sp>
        <p:sp>
          <p:nvSpPr>
            <p:cNvPr id="10" name="Rectangle 9">
              <a:extLst>
                <a:ext uri="{FF2B5EF4-FFF2-40B4-BE49-F238E27FC236}">
                  <a16:creationId xmlns:a16="http://schemas.microsoft.com/office/drawing/2014/main" id="{CF1A344B-C7DD-2007-893E-88C9EDC320C0}"/>
                </a:ext>
              </a:extLst>
            </p:cNvPr>
            <p:cNvSpPr/>
            <p:nvPr/>
          </p:nvSpPr>
          <p:spPr bwMode="auto">
            <a:xfrm>
              <a:off x="5954267" y="651265"/>
              <a:ext cx="943222" cy="785898"/>
            </a:xfrm>
            <a:prstGeom prst="rect">
              <a:avLst/>
            </a:prstGeom>
            <a:solidFill>
              <a:srgbClr val="FFB900"/>
            </a:solidFill>
            <a:ln>
              <a:no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91440" rIns="91440" bIns="91440" numCol="1" rtlCol="0" anchor="t" anchorCtr="0" compatLnSpc="1">
              <a:prstTxWarp prst="textNoShape">
                <a:avLst/>
              </a:prstTxWarp>
            </a:bodyPr>
            <a:lstStyle/>
            <a:p>
              <a:pPr defTabSz="594451" fontAlgn="base">
                <a:spcBef>
                  <a:spcPct val="0"/>
                </a:spcBef>
                <a:spcAft>
                  <a:spcPct val="0"/>
                </a:spcAft>
              </a:pPr>
              <a:r>
                <a:rPr lang="en-US" sz="383">
                  <a:solidFill>
                    <a:schemeClr val="tx1"/>
                  </a:solidFill>
                </a:rPr>
                <a:t>Accent 2</a:t>
              </a:r>
            </a:p>
            <a:p>
              <a:pPr marL="0" marR="0" lvl="0" indent="0" algn="l" defTabSz="582909" rtl="0" eaLnBrk="1" fontAlgn="auto" latinLnBrk="0" hangingPunct="1">
                <a:lnSpc>
                  <a:spcPct val="100000"/>
                </a:lnSpc>
                <a:spcBef>
                  <a:spcPts val="0"/>
                </a:spcBef>
                <a:spcAft>
                  <a:spcPts val="0"/>
                </a:spcAft>
                <a:buClrTx/>
                <a:buSzTx/>
                <a:buFontTx/>
                <a:buNone/>
                <a:tabLst/>
                <a:defRPr/>
              </a:pPr>
              <a:r>
                <a:rPr kumimoji="0" lang="en-US" sz="255" b="0" i="0" u="none" strike="noStrike" kern="1200" cap="none" spc="0" normalizeH="0" baseline="0" noProof="0">
                  <a:ln>
                    <a:noFill/>
                  </a:ln>
                  <a:solidFill>
                    <a:schemeClr val="tx1"/>
                  </a:solidFill>
                  <a:effectLst/>
                  <a:uLnTx/>
                  <a:uFillTx/>
                  <a:latin typeface="Segoe Sans Display Semibold"/>
                  <a:ea typeface="+mn-ea"/>
                  <a:cs typeface="Segoe UI"/>
                </a:rPr>
                <a:t>Yellow</a:t>
              </a:r>
            </a:p>
            <a:p>
              <a:pPr marL="0" marR="0" lvl="0" indent="0" algn="l" defTabSz="582909" rtl="0" eaLnBrk="1" fontAlgn="auto" latinLnBrk="0" hangingPunct="1">
                <a:lnSpc>
                  <a:spcPct val="100000"/>
                </a:lnSpc>
                <a:spcBef>
                  <a:spcPts val="0"/>
                </a:spcBef>
                <a:spcAft>
                  <a:spcPts val="0"/>
                </a:spcAft>
                <a:buClrTx/>
                <a:buSzTx/>
                <a:buFontTx/>
                <a:buNone/>
                <a:tabLst/>
                <a:defRPr/>
              </a:pPr>
              <a:r>
                <a:rPr kumimoji="0" lang="en-US" sz="255" b="0" i="0" u="none" strike="noStrike" kern="1200" cap="none" spc="0" normalizeH="0" baseline="0" noProof="0">
                  <a:ln>
                    <a:noFill/>
                  </a:ln>
                  <a:solidFill>
                    <a:schemeClr val="tx1"/>
                  </a:solidFill>
                  <a:effectLst/>
                  <a:uLnTx/>
                  <a:uFillTx/>
                  <a:latin typeface="Segoe Sans Display Semibold"/>
                  <a:ea typeface="+mn-ea"/>
                  <a:cs typeface="Segoe UI"/>
                </a:rPr>
                <a:t>Hex #FFB900</a:t>
              </a:r>
            </a:p>
            <a:p>
              <a:pPr marL="0" marR="0" lvl="0" indent="0" algn="l" defTabSz="582909" rtl="0" eaLnBrk="1" fontAlgn="auto" latinLnBrk="0" hangingPunct="1">
                <a:lnSpc>
                  <a:spcPct val="100000"/>
                </a:lnSpc>
                <a:spcBef>
                  <a:spcPts val="0"/>
                </a:spcBef>
                <a:spcAft>
                  <a:spcPts val="0"/>
                </a:spcAft>
                <a:buClrTx/>
                <a:buSzTx/>
                <a:buFontTx/>
                <a:buNone/>
                <a:tabLst/>
                <a:defRPr/>
              </a:pPr>
              <a:r>
                <a:rPr kumimoji="0" lang="en-US" sz="255" b="0" i="0" u="none" strike="noStrike" kern="1200" cap="none" spc="0" normalizeH="0" baseline="0" noProof="0">
                  <a:ln>
                    <a:noFill/>
                  </a:ln>
                  <a:solidFill>
                    <a:schemeClr val="tx1"/>
                  </a:solidFill>
                  <a:effectLst/>
                  <a:uLnTx/>
                  <a:uFillTx/>
                  <a:latin typeface="Segoe Sans Display Semibold"/>
                  <a:ea typeface="+mn-ea"/>
                  <a:cs typeface="Segoe UI"/>
                </a:rPr>
                <a:t>R255 G185 B0</a:t>
              </a:r>
            </a:p>
          </p:txBody>
        </p:sp>
        <p:sp>
          <p:nvSpPr>
            <p:cNvPr id="11" name="Rectangle 10">
              <a:extLst>
                <a:ext uri="{FF2B5EF4-FFF2-40B4-BE49-F238E27FC236}">
                  <a16:creationId xmlns:a16="http://schemas.microsoft.com/office/drawing/2014/main" id="{0AE8F462-5F4E-071B-9D0E-CDC7FDCDAEE7}"/>
                </a:ext>
              </a:extLst>
            </p:cNvPr>
            <p:cNvSpPr/>
            <p:nvPr/>
          </p:nvSpPr>
          <p:spPr bwMode="auto">
            <a:xfrm>
              <a:off x="6896560" y="651265"/>
              <a:ext cx="943222" cy="785898"/>
            </a:xfrm>
            <a:prstGeom prst="rect">
              <a:avLst/>
            </a:prstGeom>
            <a:solidFill>
              <a:srgbClr val="07641D"/>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91440" rIns="91440" bIns="91440" numCol="1" rtlCol="0" anchor="t" anchorCtr="0" compatLnSpc="1">
              <a:prstTxWarp prst="textNoShape">
                <a:avLst/>
              </a:prstTxWarp>
            </a:bodyPr>
            <a:lstStyle/>
            <a:p>
              <a:pPr defTabSz="594451" fontAlgn="base">
                <a:spcBef>
                  <a:spcPct val="0"/>
                </a:spcBef>
                <a:spcAft>
                  <a:spcPct val="0"/>
                </a:spcAft>
              </a:pPr>
              <a:r>
                <a:rPr lang="en-US" sz="383">
                  <a:solidFill>
                    <a:schemeClr val="bg1"/>
                  </a:solidFill>
                </a:rPr>
                <a:t>Accent 3</a:t>
              </a:r>
            </a:p>
            <a:p>
              <a:pPr marL="0" marR="0" lvl="0" indent="0" algn="l" defTabSz="582909" rtl="0" eaLnBrk="1" fontAlgn="auto" latinLnBrk="0" hangingPunct="1">
                <a:lnSpc>
                  <a:spcPct val="100000"/>
                </a:lnSpc>
                <a:spcBef>
                  <a:spcPts val="0"/>
                </a:spcBef>
                <a:spcAft>
                  <a:spcPts val="0"/>
                </a:spcAft>
                <a:buClrTx/>
                <a:buSzTx/>
                <a:buFontTx/>
                <a:buNone/>
                <a:tabLst/>
                <a:defRPr/>
              </a:pPr>
              <a:r>
                <a:rPr kumimoji="0" lang="en-US" sz="255" b="0" i="0" u="none" strike="noStrike" kern="1200" cap="none" spc="0" normalizeH="0" baseline="0" noProof="0">
                  <a:ln>
                    <a:noFill/>
                  </a:ln>
                  <a:solidFill>
                    <a:schemeClr val="bg1"/>
                  </a:solidFill>
                  <a:effectLst/>
                  <a:uLnTx/>
                  <a:uFillTx/>
                  <a:latin typeface="Segoe Sans Display Semibold"/>
                  <a:ea typeface="+mn-ea"/>
                  <a:cs typeface="Segoe UI"/>
                </a:rPr>
                <a:t>Dark Green</a:t>
              </a:r>
            </a:p>
            <a:p>
              <a:pPr marL="0" marR="0" lvl="0" indent="0" algn="l" defTabSz="582909" rtl="0" eaLnBrk="1" fontAlgn="auto" latinLnBrk="0" hangingPunct="1">
                <a:lnSpc>
                  <a:spcPct val="100000"/>
                </a:lnSpc>
                <a:spcBef>
                  <a:spcPts val="0"/>
                </a:spcBef>
                <a:spcAft>
                  <a:spcPts val="0"/>
                </a:spcAft>
                <a:buClrTx/>
                <a:buSzTx/>
                <a:buFontTx/>
                <a:buNone/>
                <a:tabLst/>
                <a:defRPr/>
              </a:pPr>
              <a:r>
                <a:rPr kumimoji="0" lang="en-US" sz="255" b="0" i="0" u="none" strike="noStrike" kern="1200" cap="none" spc="0" normalizeH="0" baseline="0" noProof="0">
                  <a:ln>
                    <a:noFill/>
                  </a:ln>
                  <a:solidFill>
                    <a:schemeClr val="bg1"/>
                  </a:solidFill>
                  <a:effectLst/>
                  <a:uLnTx/>
                  <a:uFillTx/>
                  <a:ea typeface="+mn-ea"/>
                  <a:cs typeface="Segoe UI"/>
                </a:rPr>
                <a:t>Hex #07641D</a:t>
              </a:r>
            </a:p>
            <a:p>
              <a:pPr marL="0" marR="0" lvl="0" indent="0" algn="l" defTabSz="582909" rtl="0" eaLnBrk="1" fontAlgn="auto" latinLnBrk="0" hangingPunct="1">
                <a:lnSpc>
                  <a:spcPct val="100000"/>
                </a:lnSpc>
                <a:spcBef>
                  <a:spcPts val="0"/>
                </a:spcBef>
                <a:spcAft>
                  <a:spcPts val="0"/>
                </a:spcAft>
                <a:buClrTx/>
                <a:buSzTx/>
                <a:buFontTx/>
                <a:buNone/>
                <a:tabLst/>
                <a:defRPr/>
              </a:pPr>
              <a:r>
                <a:rPr kumimoji="0" lang="en-US" sz="255" b="0" i="0" u="none" strike="noStrike" kern="1200" cap="none" spc="0" normalizeH="0" baseline="0" noProof="0">
                  <a:ln>
                    <a:noFill/>
                  </a:ln>
                  <a:solidFill>
                    <a:schemeClr val="bg1"/>
                  </a:solidFill>
                  <a:effectLst/>
                  <a:uLnTx/>
                  <a:uFillTx/>
                  <a:ea typeface="+mn-ea"/>
                  <a:cs typeface="Segoe UI"/>
                </a:rPr>
                <a:t>R7 G100 B29</a:t>
              </a:r>
            </a:p>
          </p:txBody>
        </p:sp>
        <p:sp>
          <p:nvSpPr>
            <p:cNvPr id="12" name="Rectangle 11">
              <a:extLst>
                <a:ext uri="{FF2B5EF4-FFF2-40B4-BE49-F238E27FC236}">
                  <a16:creationId xmlns:a16="http://schemas.microsoft.com/office/drawing/2014/main" id="{9906E9A8-6AAD-69D6-004E-62637123EB4B}"/>
                </a:ext>
              </a:extLst>
            </p:cNvPr>
            <p:cNvSpPr/>
            <p:nvPr/>
          </p:nvSpPr>
          <p:spPr bwMode="auto">
            <a:xfrm>
              <a:off x="7838850" y="651265"/>
              <a:ext cx="943222" cy="785898"/>
            </a:xfrm>
            <a:prstGeom prst="rect">
              <a:avLst/>
            </a:prstGeom>
            <a:solidFill>
              <a:srgbClr val="454142"/>
            </a:solidFill>
            <a:ln>
              <a:noFill/>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91440" tIns="91440" rIns="91440" bIns="91440" numCol="1" rtlCol="0" anchor="t" anchorCtr="0" compatLnSpc="1">
              <a:prstTxWarp prst="textNoShape">
                <a:avLst/>
              </a:prstTxWarp>
            </a:bodyPr>
            <a:lstStyle/>
            <a:p>
              <a:pPr marR="0" lvl="0" indent="0" defTabSz="594451" fontAlgn="base">
                <a:lnSpc>
                  <a:spcPct val="100000"/>
                </a:lnSpc>
                <a:spcBef>
                  <a:spcPct val="0"/>
                </a:spcBef>
                <a:spcAft>
                  <a:spcPct val="0"/>
                </a:spcAft>
                <a:buClrTx/>
                <a:buSzTx/>
                <a:buFontTx/>
                <a:buNone/>
                <a:tabLst/>
                <a:defRPr/>
              </a:pPr>
              <a:r>
                <a:rPr lang="en-US" sz="383">
                  <a:solidFill>
                    <a:schemeClr val="bg1"/>
                  </a:solidFill>
                </a:rPr>
                <a:t>Accent 4</a:t>
              </a:r>
            </a:p>
            <a:p>
              <a:pPr marL="0" marR="0" lvl="0" indent="0" algn="l" defTabSz="582909" rtl="0" eaLnBrk="1" fontAlgn="auto" latinLnBrk="0" hangingPunct="1">
                <a:lnSpc>
                  <a:spcPct val="100000"/>
                </a:lnSpc>
                <a:spcBef>
                  <a:spcPts val="0"/>
                </a:spcBef>
                <a:spcAft>
                  <a:spcPts val="0"/>
                </a:spcAft>
                <a:buClrTx/>
                <a:buSzTx/>
                <a:buFontTx/>
                <a:buNone/>
                <a:tabLst/>
                <a:defRPr/>
              </a:pPr>
              <a:r>
                <a:rPr lang="en-US" sz="255">
                  <a:solidFill>
                    <a:schemeClr val="bg1"/>
                  </a:solidFill>
                  <a:latin typeface="Segoe Sans Display Semibold"/>
                  <a:cs typeface="Segoe UI"/>
                </a:rPr>
                <a:t>Dark Gray</a:t>
              </a:r>
              <a:endParaRPr kumimoji="0" lang="en-US" sz="255" b="0" i="0" u="none" strike="noStrike" kern="1200" cap="none" spc="0" normalizeH="0" baseline="0" noProof="0">
                <a:ln>
                  <a:noFill/>
                </a:ln>
                <a:solidFill>
                  <a:schemeClr val="bg1"/>
                </a:solidFill>
                <a:effectLst/>
                <a:uLnTx/>
                <a:uFillTx/>
                <a:latin typeface="Segoe Sans Display Semibold"/>
                <a:ea typeface="+mn-ea"/>
                <a:cs typeface="Segoe UI"/>
              </a:endParaRPr>
            </a:p>
            <a:p>
              <a:pPr>
                <a:defRPr/>
              </a:pPr>
              <a:r>
                <a:rPr lang="en-US" sz="255">
                  <a:solidFill>
                    <a:schemeClr val="bg1"/>
                  </a:solidFill>
                  <a:cs typeface="Segoe UI"/>
                </a:rPr>
                <a:t>Hex #454142</a:t>
              </a:r>
            </a:p>
            <a:p>
              <a:pPr>
                <a:defRPr/>
              </a:pPr>
              <a:r>
                <a:rPr lang="en-US" sz="255">
                  <a:solidFill>
                    <a:schemeClr val="bg1"/>
                  </a:solidFill>
                  <a:cs typeface="Segoe UI"/>
                </a:rPr>
                <a:t>R69 G65 B66</a:t>
              </a:r>
            </a:p>
          </p:txBody>
        </p:sp>
        <p:sp>
          <p:nvSpPr>
            <p:cNvPr id="13" name="Rectangle 12">
              <a:extLst>
                <a:ext uri="{FF2B5EF4-FFF2-40B4-BE49-F238E27FC236}">
                  <a16:creationId xmlns:a16="http://schemas.microsoft.com/office/drawing/2014/main" id="{93EE50D2-928A-7C80-8D4E-8EFB916490B1}"/>
                </a:ext>
              </a:extLst>
            </p:cNvPr>
            <p:cNvSpPr/>
            <p:nvPr/>
          </p:nvSpPr>
          <p:spPr bwMode="auto">
            <a:xfrm>
              <a:off x="8781141" y="651265"/>
              <a:ext cx="943222" cy="785898"/>
            </a:xfrm>
            <a:prstGeom prst="rect">
              <a:avLst/>
            </a:prstGeom>
            <a:solidFill>
              <a:srgbClr val="8DE971"/>
            </a:solidFill>
            <a:ln>
              <a:noFill/>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91440" tIns="91440" rIns="91440" bIns="91440" numCol="1" rtlCol="0" anchor="t" anchorCtr="0" compatLnSpc="1">
              <a:prstTxWarp prst="textNoShape">
                <a:avLst/>
              </a:prstTxWarp>
            </a:bodyPr>
            <a:lstStyle/>
            <a:p>
              <a:pPr marR="0" lvl="0" indent="0" defTabSz="594451" fontAlgn="base">
                <a:lnSpc>
                  <a:spcPct val="100000"/>
                </a:lnSpc>
                <a:spcBef>
                  <a:spcPct val="0"/>
                </a:spcBef>
                <a:spcAft>
                  <a:spcPct val="0"/>
                </a:spcAft>
                <a:buClrTx/>
                <a:buSzTx/>
                <a:buFontTx/>
                <a:buNone/>
                <a:tabLst/>
                <a:defRPr/>
              </a:pPr>
              <a:r>
                <a:rPr lang="en-US" sz="383">
                  <a:solidFill>
                    <a:schemeClr val="tx1"/>
                  </a:solidFill>
                </a:rPr>
                <a:t>Accent 5</a:t>
              </a:r>
            </a:p>
            <a:p>
              <a:pPr marL="0" marR="0" lvl="0" indent="0" algn="l" defTabSz="582909" rtl="0" eaLnBrk="1" fontAlgn="auto" latinLnBrk="0" hangingPunct="1">
                <a:lnSpc>
                  <a:spcPct val="100000"/>
                </a:lnSpc>
                <a:spcBef>
                  <a:spcPts val="0"/>
                </a:spcBef>
                <a:spcAft>
                  <a:spcPts val="0"/>
                </a:spcAft>
                <a:buClrTx/>
                <a:buSzTx/>
                <a:buFontTx/>
                <a:buNone/>
                <a:tabLst/>
                <a:defRPr/>
              </a:pPr>
              <a:r>
                <a:rPr kumimoji="0" lang="en-US" sz="255" b="0" i="0" u="none" strike="noStrike" kern="1200" cap="none" spc="0" normalizeH="0" baseline="0" noProof="0">
                  <a:ln>
                    <a:noFill/>
                  </a:ln>
                  <a:solidFill>
                    <a:srgbClr val="091F2C"/>
                  </a:solidFill>
                  <a:effectLst/>
                  <a:uLnTx/>
                  <a:uFillTx/>
                  <a:latin typeface="Segoe Sans Display Semibold"/>
                  <a:ea typeface="+mn-ea"/>
                  <a:cs typeface="Segoe UI"/>
                </a:rPr>
                <a:t>Green</a:t>
              </a:r>
            </a:p>
            <a:p>
              <a:pPr>
                <a:defRPr/>
              </a:pPr>
              <a:r>
                <a:rPr lang="en-US" sz="255">
                  <a:solidFill>
                    <a:schemeClr val="tx1"/>
                  </a:solidFill>
                  <a:cs typeface="Segoe UI"/>
                </a:rPr>
                <a:t>Hex #8DE971</a:t>
              </a:r>
            </a:p>
            <a:p>
              <a:pPr>
                <a:defRPr/>
              </a:pPr>
              <a:r>
                <a:rPr lang="en-US" sz="255">
                  <a:solidFill>
                    <a:schemeClr val="tx1"/>
                  </a:solidFill>
                  <a:cs typeface="Segoe UI"/>
                </a:rPr>
                <a:t>R141 G233 B113</a:t>
              </a:r>
            </a:p>
          </p:txBody>
        </p:sp>
        <p:sp>
          <p:nvSpPr>
            <p:cNvPr id="14" name="Rectangle 13">
              <a:extLst>
                <a:ext uri="{FF2B5EF4-FFF2-40B4-BE49-F238E27FC236}">
                  <a16:creationId xmlns:a16="http://schemas.microsoft.com/office/drawing/2014/main" id="{E2C57D82-F78D-198C-0AF0-BFE4E4A69651}"/>
                </a:ext>
              </a:extLst>
            </p:cNvPr>
            <p:cNvSpPr/>
            <p:nvPr/>
          </p:nvSpPr>
          <p:spPr bwMode="auto">
            <a:xfrm>
              <a:off x="9723430" y="651261"/>
              <a:ext cx="943222" cy="785898"/>
            </a:xfrm>
            <a:prstGeom prst="rect">
              <a:avLst/>
            </a:prstGeom>
            <a:solidFill>
              <a:srgbClr val="8DC8E8"/>
            </a:solidFill>
            <a:ln>
              <a:noFill/>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91440" tIns="91440" rIns="91440" bIns="91440" numCol="1" rtlCol="0" anchor="t" anchorCtr="0" compatLnSpc="1">
              <a:prstTxWarp prst="textNoShape">
                <a:avLst/>
              </a:prstTxWarp>
            </a:bodyPr>
            <a:lstStyle/>
            <a:p>
              <a:pPr marR="0" lvl="0" indent="0" defTabSz="594451" fontAlgn="base">
                <a:lnSpc>
                  <a:spcPct val="100000"/>
                </a:lnSpc>
                <a:spcBef>
                  <a:spcPct val="0"/>
                </a:spcBef>
                <a:spcAft>
                  <a:spcPct val="0"/>
                </a:spcAft>
                <a:buClrTx/>
                <a:buSzTx/>
                <a:buFontTx/>
                <a:buNone/>
                <a:tabLst/>
                <a:defRPr/>
              </a:pPr>
              <a:r>
                <a:rPr lang="en-US" sz="383">
                  <a:solidFill>
                    <a:schemeClr val="tx1"/>
                  </a:solidFill>
                </a:rPr>
                <a:t>Accent 6</a:t>
              </a:r>
            </a:p>
            <a:p>
              <a:pPr marL="0" marR="0" lvl="0" indent="0" algn="l" defTabSz="582909" rtl="0" eaLnBrk="1" fontAlgn="auto" latinLnBrk="0" hangingPunct="1">
                <a:lnSpc>
                  <a:spcPct val="100000"/>
                </a:lnSpc>
                <a:spcBef>
                  <a:spcPts val="0"/>
                </a:spcBef>
                <a:spcAft>
                  <a:spcPts val="0"/>
                </a:spcAft>
                <a:buClrTx/>
                <a:buSzTx/>
                <a:buFontTx/>
                <a:buNone/>
                <a:tabLst/>
                <a:defRPr/>
              </a:pPr>
              <a:r>
                <a:rPr kumimoji="0" lang="en-US" sz="255" b="0" i="0" u="none" strike="noStrike" kern="1200" cap="none" spc="0" normalizeH="0" baseline="0" noProof="0">
                  <a:ln>
                    <a:noFill/>
                  </a:ln>
                  <a:solidFill>
                    <a:srgbClr val="091F2C"/>
                  </a:solidFill>
                  <a:effectLst/>
                  <a:uLnTx/>
                  <a:uFillTx/>
                  <a:latin typeface="Segoe Sans Display Semibold"/>
                  <a:ea typeface="+mn-ea"/>
                  <a:cs typeface="Segoe UI"/>
                </a:rPr>
                <a:t>Light Blue</a:t>
              </a:r>
            </a:p>
            <a:p>
              <a:pPr>
                <a:defRPr/>
              </a:pPr>
              <a:r>
                <a:rPr lang="en-US" sz="255">
                  <a:solidFill>
                    <a:schemeClr val="tx1"/>
                  </a:solidFill>
                  <a:cs typeface="Segoe UI"/>
                </a:rPr>
                <a:t>Hex #8DC8E8</a:t>
              </a:r>
            </a:p>
            <a:p>
              <a:pPr>
                <a:defRPr/>
              </a:pPr>
              <a:r>
                <a:rPr lang="en-US" sz="255">
                  <a:solidFill>
                    <a:schemeClr val="tx1"/>
                  </a:solidFill>
                  <a:cs typeface="Segoe UI"/>
                </a:rPr>
                <a:t>R141 G200 B232</a:t>
              </a:r>
            </a:p>
          </p:txBody>
        </p:sp>
      </p:grpSp>
      <p:grpSp>
        <p:nvGrpSpPr>
          <p:cNvPr id="24" name="Group 23" descr="Grid with all the Microsoft brand colors including their Hex and RGB formulas.&#10;">
            <a:extLst>
              <a:ext uri="{FF2B5EF4-FFF2-40B4-BE49-F238E27FC236}">
                <a16:creationId xmlns:a16="http://schemas.microsoft.com/office/drawing/2014/main" id="{5BE9374D-DC1D-25C5-D2F5-135FF62EF15A}"/>
              </a:ext>
            </a:extLst>
          </p:cNvPr>
          <p:cNvGrpSpPr/>
          <p:nvPr userDrawn="1"/>
        </p:nvGrpSpPr>
        <p:grpSpPr>
          <a:xfrm rot="16200000">
            <a:off x="6074070" y="7590930"/>
            <a:ext cx="4254863" cy="680085"/>
            <a:chOff x="1086420" y="3285965"/>
            <a:chExt cx="10520070" cy="2986819"/>
          </a:xfrm>
        </p:grpSpPr>
        <p:sp>
          <p:nvSpPr>
            <p:cNvPr id="29" name="Rectangle 28">
              <a:extLst>
                <a:ext uri="{FF2B5EF4-FFF2-40B4-BE49-F238E27FC236}">
                  <a16:creationId xmlns:a16="http://schemas.microsoft.com/office/drawing/2014/main" id="{F5BA2EDA-6182-1131-397B-ECFCBF51B8B8}"/>
                </a:ext>
              </a:extLst>
            </p:cNvPr>
            <p:cNvSpPr/>
            <p:nvPr/>
          </p:nvSpPr>
          <p:spPr bwMode="auto">
            <a:xfrm>
              <a:off x="1086420" y="3289801"/>
              <a:ext cx="857472" cy="997729"/>
            </a:xfrm>
            <a:prstGeom prst="rect">
              <a:avLst/>
            </a:prstGeom>
            <a:noFill/>
            <a:ln w="6350">
              <a:solidFill>
                <a:srgbClr val="B1B3B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tx1"/>
                </a:solidFill>
                <a:ea typeface="Segoe UI" pitchFamily="34" charset="0"/>
                <a:cs typeface="Segoe UI" pitchFamily="34" charset="0"/>
              </a:endParaRPr>
            </a:p>
          </p:txBody>
        </p:sp>
        <p:sp>
          <p:nvSpPr>
            <p:cNvPr id="30" name="Rectangle 29">
              <a:extLst>
                <a:ext uri="{FF2B5EF4-FFF2-40B4-BE49-F238E27FC236}">
                  <a16:creationId xmlns:a16="http://schemas.microsoft.com/office/drawing/2014/main" id="{FA26E6B7-6A0C-A707-AEAF-0C5F38405356}"/>
                </a:ext>
              </a:extLst>
            </p:cNvPr>
            <p:cNvSpPr/>
            <p:nvPr/>
          </p:nvSpPr>
          <p:spPr bwMode="auto">
            <a:xfrm>
              <a:off x="1086420" y="4280242"/>
              <a:ext cx="857472" cy="997729"/>
            </a:xfrm>
            <a:prstGeom prst="rect">
              <a:avLst/>
            </a:prstGeom>
            <a:solidFill>
              <a:srgbClr val="F4F3F5"/>
            </a:solidFill>
            <a:ln w="6350">
              <a:solidFill>
                <a:srgbClr val="B1B3B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tx1"/>
                </a:solidFill>
                <a:ea typeface="Segoe UI" pitchFamily="34" charset="0"/>
                <a:cs typeface="Segoe UI" pitchFamily="34" charset="0"/>
              </a:endParaRPr>
            </a:p>
          </p:txBody>
        </p:sp>
        <p:sp>
          <p:nvSpPr>
            <p:cNvPr id="31" name="Rectangle 30">
              <a:extLst>
                <a:ext uri="{FF2B5EF4-FFF2-40B4-BE49-F238E27FC236}">
                  <a16:creationId xmlns:a16="http://schemas.microsoft.com/office/drawing/2014/main" id="{61BC825F-C1A7-C97E-1734-9127021F52E4}"/>
                </a:ext>
              </a:extLst>
            </p:cNvPr>
            <p:cNvSpPr/>
            <p:nvPr/>
          </p:nvSpPr>
          <p:spPr bwMode="auto">
            <a:xfrm>
              <a:off x="1086420" y="5275055"/>
              <a:ext cx="857472" cy="994619"/>
            </a:xfrm>
            <a:prstGeom prst="rect">
              <a:avLst/>
            </a:prstGeom>
            <a:solidFill>
              <a:srgbClr val="FFF8F3"/>
            </a:solidFill>
            <a:ln w="6350">
              <a:solidFill>
                <a:srgbClr val="B1B3B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tx1"/>
                </a:solidFill>
                <a:ea typeface="Segoe UI" pitchFamily="34" charset="0"/>
                <a:cs typeface="Segoe UI" pitchFamily="34" charset="0"/>
              </a:endParaRPr>
            </a:p>
          </p:txBody>
        </p:sp>
        <p:sp>
          <p:nvSpPr>
            <p:cNvPr id="33" name="Rectangle 32">
              <a:extLst>
                <a:ext uri="{FF2B5EF4-FFF2-40B4-BE49-F238E27FC236}">
                  <a16:creationId xmlns:a16="http://schemas.microsoft.com/office/drawing/2014/main" id="{D34EF6A1-8D19-48EE-878E-717629A55617}"/>
                </a:ext>
              </a:extLst>
            </p:cNvPr>
            <p:cNvSpPr/>
            <p:nvPr/>
          </p:nvSpPr>
          <p:spPr bwMode="auto">
            <a:xfrm>
              <a:off x="1895608" y="3285965"/>
              <a:ext cx="809812" cy="997729"/>
            </a:xfrm>
            <a:prstGeom prst="rect">
              <a:avLst/>
            </a:prstGeom>
            <a:solidFill>
              <a:srgbClr val="E8E6D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tx1"/>
                </a:solidFill>
                <a:ea typeface="Segoe UI" pitchFamily="34" charset="0"/>
                <a:cs typeface="Segoe UI" pitchFamily="34" charset="0"/>
              </a:endParaRPr>
            </a:p>
          </p:txBody>
        </p:sp>
        <p:sp>
          <p:nvSpPr>
            <p:cNvPr id="34" name="Rectangle 33">
              <a:extLst>
                <a:ext uri="{FF2B5EF4-FFF2-40B4-BE49-F238E27FC236}">
                  <a16:creationId xmlns:a16="http://schemas.microsoft.com/office/drawing/2014/main" id="{989E4FCD-823B-6B99-103D-707453EF9C39}"/>
                </a:ext>
              </a:extLst>
            </p:cNvPr>
            <p:cNvSpPr/>
            <p:nvPr/>
          </p:nvSpPr>
          <p:spPr bwMode="auto">
            <a:xfrm>
              <a:off x="1895608" y="4280242"/>
              <a:ext cx="809812" cy="997729"/>
            </a:xfrm>
            <a:prstGeom prst="rect">
              <a:avLst/>
            </a:prstGeom>
            <a:solidFill>
              <a:srgbClr val="D7D2C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tx1"/>
                </a:solidFill>
                <a:ea typeface="Segoe UI" pitchFamily="34" charset="0"/>
                <a:cs typeface="Segoe UI" pitchFamily="34" charset="0"/>
              </a:endParaRPr>
            </a:p>
          </p:txBody>
        </p:sp>
        <p:sp>
          <p:nvSpPr>
            <p:cNvPr id="35" name="Rectangle 34">
              <a:extLst>
                <a:ext uri="{FF2B5EF4-FFF2-40B4-BE49-F238E27FC236}">
                  <a16:creationId xmlns:a16="http://schemas.microsoft.com/office/drawing/2014/main" id="{1A2B5171-1C88-2034-2EC6-AA080195C95F}"/>
                </a:ext>
              </a:extLst>
            </p:cNvPr>
            <p:cNvSpPr/>
            <p:nvPr/>
          </p:nvSpPr>
          <p:spPr bwMode="auto">
            <a:xfrm>
              <a:off x="1895608" y="5275055"/>
              <a:ext cx="809812" cy="997729"/>
            </a:xfrm>
            <a:prstGeom prst="rect">
              <a:avLst/>
            </a:prstGeom>
            <a:solidFill>
              <a:srgbClr val="8C827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rgbClr val="000000"/>
                </a:solidFill>
                <a:ea typeface="Segoe UI" pitchFamily="34" charset="0"/>
                <a:cs typeface="Segoe UI" pitchFamily="34" charset="0"/>
              </a:endParaRPr>
            </a:p>
          </p:txBody>
        </p:sp>
        <p:sp>
          <p:nvSpPr>
            <p:cNvPr id="37" name="Rectangle 36">
              <a:extLst>
                <a:ext uri="{FF2B5EF4-FFF2-40B4-BE49-F238E27FC236}">
                  <a16:creationId xmlns:a16="http://schemas.microsoft.com/office/drawing/2014/main" id="{85B9A4FC-2E41-91E5-37E7-9DC50C3AA261}"/>
                </a:ext>
              </a:extLst>
            </p:cNvPr>
            <p:cNvSpPr/>
            <p:nvPr/>
          </p:nvSpPr>
          <p:spPr bwMode="auto">
            <a:xfrm>
              <a:off x="2704796" y="3285965"/>
              <a:ext cx="809812" cy="997729"/>
            </a:xfrm>
            <a:prstGeom prst="rect">
              <a:avLst/>
            </a:prstGeom>
            <a:solidFill>
              <a:srgbClr val="D9D9D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tx1"/>
                </a:solidFill>
                <a:ea typeface="Segoe UI" pitchFamily="34" charset="0"/>
                <a:cs typeface="Segoe UI" pitchFamily="34" charset="0"/>
              </a:endParaRPr>
            </a:p>
          </p:txBody>
        </p:sp>
        <p:sp>
          <p:nvSpPr>
            <p:cNvPr id="38" name="Rectangle 37">
              <a:extLst>
                <a:ext uri="{FF2B5EF4-FFF2-40B4-BE49-F238E27FC236}">
                  <a16:creationId xmlns:a16="http://schemas.microsoft.com/office/drawing/2014/main" id="{0A1ECBB4-A7BF-34D0-366F-CD8CC6710E01}"/>
                </a:ext>
              </a:extLst>
            </p:cNvPr>
            <p:cNvSpPr/>
            <p:nvPr/>
          </p:nvSpPr>
          <p:spPr bwMode="auto">
            <a:xfrm>
              <a:off x="2704796" y="4280242"/>
              <a:ext cx="809812" cy="997729"/>
            </a:xfrm>
            <a:prstGeom prst="rect">
              <a:avLst/>
            </a:prstGeom>
            <a:solidFill>
              <a:srgbClr val="B1B3B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tx1"/>
                </a:solidFill>
                <a:ea typeface="Segoe UI" pitchFamily="34" charset="0"/>
                <a:cs typeface="Segoe UI" pitchFamily="34" charset="0"/>
              </a:endParaRPr>
            </a:p>
          </p:txBody>
        </p:sp>
        <p:sp>
          <p:nvSpPr>
            <p:cNvPr id="39" name="Rectangle 38">
              <a:extLst>
                <a:ext uri="{FF2B5EF4-FFF2-40B4-BE49-F238E27FC236}">
                  <a16:creationId xmlns:a16="http://schemas.microsoft.com/office/drawing/2014/main" id="{D878CCDB-38E1-0005-DB97-29C045B13925}"/>
                </a:ext>
              </a:extLst>
            </p:cNvPr>
            <p:cNvSpPr/>
            <p:nvPr/>
          </p:nvSpPr>
          <p:spPr bwMode="auto">
            <a:xfrm>
              <a:off x="2704796" y="5275055"/>
              <a:ext cx="809812" cy="997729"/>
            </a:xfrm>
            <a:prstGeom prst="rect">
              <a:avLst/>
            </a:prstGeom>
            <a:solidFill>
              <a:srgbClr val="45414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bg1"/>
                </a:soli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8654844E-5375-AB00-648E-10C06792AA6A}"/>
                </a:ext>
              </a:extLst>
            </p:cNvPr>
            <p:cNvSpPr/>
            <p:nvPr/>
          </p:nvSpPr>
          <p:spPr bwMode="auto">
            <a:xfrm>
              <a:off x="3513985" y="3285965"/>
              <a:ext cx="809812" cy="997729"/>
            </a:xfrm>
            <a:prstGeom prst="rect">
              <a:avLst/>
            </a:prstGeom>
            <a:solidFill>
              <a:srgbClr val="E1D3C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tx1"/>
                </a:solidFill>
                <a:ea typeface="Segoe UI" pitchFamily="34" charset="0"/>
                <a:cs typeface="Segoe UI" pitchFamily="34" charset="0"/>
              </a:endParaRPr>
            </a:p>
          </p:txBody>
        </p:sp>
        <p:sp>
          <p:nvSpPr>
            <p:cNvPr id="42" name="Rectangle 41">
              <a:extLst>
                <a:ext uri="{FF2B5EF4-FFF2-40B4-BE49-F238E27FC236}">
                  <a16:creationId xmlns:a16="http://schemas.microsoft.com/office/drawing/2014/main" id="{E2848FB0-0ECB-B117-2212-26E3B60BE90A}"/>
                </a:ext>
              </a:extLst>
            </p:cNvPr>
            <p:cNvSpPr/>
            <p:nvPr/>
          </p:nvSpPr>
          <p:spPr bwMode="auto">
            <a:xfrm>
              <a:off x="3513985" y="4280242"/>
              <a:ext cx="809812" cy="997729"/>
            </a:xfrm>
            <a:prstGeom prst="rect">
              <a:avLst/>
            </a:prstGeom>
            <a:solidFill>
              <a:srgbClr val="BF947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tx1"/>
                </a:solidFill>
                <a:ea typeface="Segoe UI" pitchFamily="34" charset="0"/>
                <a:cs typeface="Segoe UI" pitchFamily="34" charset="0"/>
              </a:endParaRPr>
            </a:p>
          </p:txBody>
        </p:sp>
        <p:sp>
          <p:nvSpPr>
            <p:cNvPr id="43" name="Rectangle 42">
              <a:extLst>
                <a:ext uri="{FF2B5EF4-FFF2-40B4-BE49-F238E27FC236}">
                  <a16:creationId xmlns:a16="http://schemas.microsoft.com/office/drawing/2014/main" id="{B2702548-5D1C-8B26-2C85-6DE0255F8A55}"/>
                </a:ext>
              </a:extLst>
            </p:cNvPr>
            <p:cNvSpPr/>
            <p:nvPr/>
          </p:nvSpPr>
          <p:spPr bwMode="auto">
            <a:xfrm>
              <a:off x="3513985" y="5275055"/>
              <a:ext cx="809812" cy="997729"/>
            </a:xfrm>
            <a:prstGeom prst="rect">
              <a:avLst/>
            </a:prstGeom>
            <a:solidFill>
              <a:srgbClr val="5C473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bg1"/>
                </a:solidFill>
                <a:ea typeface="Segoe UI" pitchFamily="34" charset="0"/>
                <a:cs typeface="Segoe UI" pitchFamily="34" charset="0"/>
              </a:endParaRPr>
            </a:p>
          </p:txBody>
        </p:sp>
        <p:sp>
          <p:nvSpPr>
            <p:cNvPr id="45" name="Rectangle 44">
              <a:extLst>
                <a:ext uri="{FF2B5EF4-FFF2-40B4-BE49-F238E27FC236}">
                  <a16:creationId xmlns:a16="http://schemas.microsoft.com/office/drawing/2014/main" id="{82272C4B-F396-54AD-998F-FFD37D4BBBFD}"/>
                </a:ext>
              </a:extLst>
            </p:cNvPr>
            <p:cNvSpPr/>
            <p:nvPr/>
          </p:nvSpPr>
          <p:spPr bwMode="auto">
            <a:xfrm>
              <a:off x="4323173" y="3285965"/>
              <a:ext cx="809812" cy="997729"/>
            </a:xfrm>
            <a:prstGeom prst="rect">
              <a:avLst/>
            </a:prstGeom>
            <a:solidFill>
              <a:srgbClr val="FFE39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tx1"/>
                </a:solidFill>
                <a:ea typeface="Segoe UI" pitchFamily="34" charset="0"/>
                <a:cs typeface="Segoe UI" pitchFamily="34" charset="0"/>
              </a:endParaRPr>
            </a:p>
          </p:txBody>
        </p:sp>
        <p:sp>
          <p:nvSpPr>
            <p:cNvPr id="46" name="Rectangle 45">
              <a:extLst>
                <a:ext uri="{FF2B5EF4-FFF2-40B4-BE49-F238E27FC236}">
                  <a16:creationId xmlns:a16="http://schemas.microsoft.com/office/drawing/2014/main" id="{497317D7-A35B-B6ED-AE9E-AC073C345E32}"/>
                </a:ext>
              </a:extLst>
            </p:cNvPr>
            <p:cNvSpPr/>
            <p:nvPr/>
          </p:nvSpPr>
          <p:spPr bwMode="auto">
            <a:xfrm>
              <a:off x="4323173" y="4280242"/>
              <a:ext cx="809812" cy="997729"/>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tx1"/>
                </a:solidFill>
                <a:ea typeface="Segoe UI" pitchFamily="34" charset="0"/>
                <a:cs typeface="Segoe UI" pitchFamily="34" charset="0"/>
              </a:endParaRPr>
            </a:p>
          </p:txBody>
        </p:sp>
        <p:sp>
          <p:nvSpPr>
            <p:cNvPr id="47" name="Rectangle 46">
              <a:extLst>
                <a:ext uri="{FF2B5EF4-FFF2-40B4-BE49-F238E27FC236}">
                  <a16:creationId xmlns:a16="http://schemas.microsoft.com/office/drawing/2014/main" id="{561C5C36-0068-A344-89B6-8C55DA625B60}"/>
                </a:ext>
              </a:extLst>
            </p:cNvPr>
            <p:cNvSpPr/>
            <p:nvPr/>
          </p:nvSpPr>
          <p:spPr bwMode="auto">
            <a:xfrm>
              <a:off x="4323173" y="5275055"/>
              <a:ext cx="809812" cy="997729"/>
            </a:xfrm>
            <a:prstGeom prst="rect">
              <a:avLst/>
            </a:prstGeom>
            <a:solidFill>
              <a:srgbClr val="7F5A1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bg1"/>
                </a:solidFill>
                <a:ea typeface="Segoe UI" pitchFamily="34" charset="0"/>
                <a:cs typeface="Segoe UI" pitchFamily="34" charset="0"/>
              </a:endParaRPr>
            </a:p>
          </p:txBody>
        </p:sp>
        <p:sp>
          <p:nvSpPr>
            <p:cNvPr id="49" name="Rectangle 48">
              <a:extLst>
                <a:ext uri="{FF2B5EF4-FFF2-40B4-BE49-F238E27FC236}">
                  <a16:creationId xmlns:a16="http://schemas.microsoft.com/office/drawing/2014/main" id="{51EEEDCA-5083-BA79-8FDD-EF941DD577C1}"/>
                </a:ext>
              </a:extLst>
            </p:cNvPr>
            <p:cNvSpPr/>
            <p:nvPr/>
          </p:nvSpPr>
          <p:spPr bwMode="auto">
            <a:xfrm>
              <a:off x="5132361" y="3285965"/>
              <a:ext cx="809812" cy="997729"/>
            </a:xfrm>
            <a:prstGeom prst="rect">
              <a:avLst/>
            </a:prstGeom>
            <a:solidFill>
              <a:srgbClr val="FFA38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tx1"/>
                </a:solidFill>
                <a:ea typeface="Segoe UI" pitchFamily="34" charset="0"/>
                <a:cs typeface="Segoe UI" pitchFamily="34" charset="0"/>
              </a:endParaRPr>
            </a:p>
          </p:txBody>
        </p:sp>
        <p:sp>
          <p:nvSpPr>
            <p:cNvPr id="50" name="Rectangle 49">
              <a:extLst>
                <a:ext uri="{FF2B5EF4-FFF2-40B4-BE49-F238E27FC236}">
                  <a16:creationId xmlns:a16="http://schemas.microsoft.com/office/drawing/2014/main" id="{FB11C418-48C7-EC14-6D2C-9FA37C552B71}"/>
                </a:ext>
              </a:extLst>
            </p:cNvPr>
            <p:cNvSpPr/>
            <p:nvPr/>
          </p:nvSpPr>
          <p:spPr bwMode="auto">
            <a:xfrm>
              <a:off x="5132361" y="4280242"/>
              <a:ext cx="809812" cy="997729"/>
            </a:xfrm>
            <a:prstGeom prst="rect">
              <a:avLst/>
            </a:prstGeom>
            <a:solidFill>
              <a:srgbClr val="FF5C3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tx1"/>
                </a:solidFill>
                <a:ea typeface="Segoe UI" pitchFamily="34" charset="0"/>
                <a:cs typeface="Segoe UI" pitchFamily="34" charset="0"/>
              </a:endParaRPr>
            </a:p>
          </p:txBody>
        </p:sp>
        <p:sp>
          <p:nvSpPr>
            <p:cNvPr id="51" name="Rectangle 50">
              <a:extLst>
                <a:ext uri="{FF2B5EF4-FFF2-40B4-BE49-F238E27FC236}">
                  <a16:creationId xmlns:a16="http://schemas.microsoft.com/office/drawing/2014/main" id="{D3FCF45E-BDC7-5902-89CF-A4ADD563F78C}"/>
                </a:ext>
              </a:extLst>
            </p:cNvPr>
            <p:cNvSpPr/>
            <p:nvPr/>
          </p:nvSpPr>
          <p:spPr bwMode="auto">
            <a:xfrm>
              <a:off x="5132361" y="5275055"/>
              <a:ext cx="809812" cy="997729"/>
            </a:xfrm>
            <a:prstGeom prst="rect">
              <a:avLst/>
            </a:prstGeom>
            <a:solidFill>
              <a:srgbClr val="73391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bg1"/>
                </a:solidFill>
                <a:ea typeface="Segoe UI" pitchFamily="34" charset="0"/>
                <a:cs typeface="Segoe UI" pitchFamily="34" charset="0"/>
              </a:endParaRPr>
            </a:p>
          </p:txBody>
        </p:sp>
        <p:sp>
          <p:nvSpPr>
            <p:cNvPr id="53" name="Rectangle 52">
              <a:extLst>
                <a:ext uri="{FF2B5EF4-FFF2-40B4-BE49-F238E27FC236}">
                  <a16:creationId xmlns:a16="http://schemas.microsoft.com/office/drawing/2014/main" id="{7D04A739-0487-8A4C-12F6-B0182FC428DD}"/>
                </a:ext>
              </a:extLst>
            </p:cNvPr>
            <p:cNvSpPr/>
            <p:nvPr/>
          </p:nvSpPr>
          <p:spPr bwMode="auto">
            <a:xfrm>
              <a:off x="5941549" y="3285965"/>
              <a:ext cx="809812" cy="997729"/>
            </a:xfrm>
            <a:prstGeom prst="rect">
              <a:avLst/>
            </a:prstGeom>
            <a:solidFill>
              <a:srgbClr val="FFB3B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tx1"/>
                </a:solidFill>
                <a:ea typeface="Segoe UI" pitchFamily="34" charset="0"/>
                <a:cs typeface="Segoe UI" pitchFamily="34" charset="0"/>
              </a:endParaRPr>
            </a:p>
          </p:txBody>
        </p:sp>
        <p:sp>
          <p:nvSpPr>
            <p:cNvPr id="54" name="Rectangle 53">
              <a:extLst>
                <a:ext uri="{FF2B5EF4-FFF2-40B4-BE49-F238E27FC236}">
                  <a16:creationId xmlns:a16="http://schemas.microsoft.com/office/drawing/2014/main" id="{AC2D4E72-7281-2F6F-CC86-00FD2270728F}"/>
                </a:ext>
              </a:extLst>
            </p:cNvPr>
            <p:cNvSpPr/>
            <p:nvPr/>
          </p:nvSpPr>
          <p:spPr bwMode="auto">
            <a:xfrm>
              <a:off x="5941549" y="4280242"/>
              <a:ext cx="809812" cy="997729"/>
            </a:xfrm>
            <a:prstGeom prst="rect">
              <a:avLst/>
            </a:prstGeom>
            <a:solidFill>
              <a:srgbClr val="F4364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s-ES" sz="446">
                <a:solidFill>
                  <a:srgbClr val="000000"/>
                </a:solidFill>
                <a:ea typeface="Segoe UI" pitchFamily="34" charset="0"/>
                <a:cs typeface="Segoe UI" pitchFamily="34" charset="0"/>
              </a:endParaRPr>
            </a:p>
          </p:txBody>
        </p:sp>
        <p:sp>
          <p:nvSpPr>
            <p:cNvPr id="55" name="Rectangle 54">
              <a:extLst>
                <a:ext uri="{FF2B5EF4-FFF2-40B4-BE49-F238E27FC236}">
                  <a16:creationId xmlns:a16="http://schemas.microsoft.com/office/drawing/2014/main" id="{FA813C52-DE1F-4A6F-3BC1-EACB2A61BB3A}"/>
                </a:ext>
              </a:extLst>
            </p:cNvPr>
            <p:cNvSpPr/>
            <p:nvPr/>
          </p:nvSpPr>
          <p:spPr bwMode="auto">
            <a:xfrm>
              <a:off x="5941549" y="5275055"/>
              <a:ext cx="809812" cy="997729"/>
            </a:xfrm>
            <a:prstGeom prst="rect">
              <a:avLst/>
            </a:prstGeom>
            <a:solidFill>
              <a:srgbClr val="7326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s-ES" sz="446">
                <a:solidFill>
                  <a:schemeClr val="bg1"/>
                </a:solidFill>
                <a:ea typeface="Segoe UI" pitchFamily="34" charset="0"/>
                <a:cs typeface="Segoe UI" pitchFamily="34" charset="0"/>
              </a:endParaRPr>
            </a:p>
          </p:txBody>
        </p:sp>
        <p:sp>
          <p:nvSpPr>
            <p:cNvPr id="57" name="Rectangle 56">
              <a:extLst>
                <a:ext uri="{FF2B5EF4-FFF2-40B4-BE49-F238E27FC236}">
                  <a16:creationId xmlns:a16="http://schemas.microsoft.com/office/drawing/2014/main" id="{716A124C-7D93-7F94-5DEF-3BBFC36EC978}"/>
                </a:ext>
              </a:extLst>
            </p:cNvPr>
            <p:cNvSpPr/>
            <p:nvPr/>
          </p:nvSpPr>
          <p:spPr bwMode="auto">
            <a:xfrm>
              <a:off x="6750738" y="3285965"/>
              <a:ext cx="809812" cy="997729"/>
            </a:xfrm>
            <a:prstGeom prst="rect">
              <a:avLst/>
            </a:prstGeom>
            <a:solidFill>
              <a:srgbClr val="D59E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tx1"/>
                </a:solidFill>
                <a:ea typeface="Segoe UI" pitchFamily="34" charset="0"/>
                <a:cs typeface="Segoe UI" pitchFamily="34" charset="0"/>
              </a:endParaRPr>
            </a:p>
          </p:txBody>
        </p:sp>
        <p:sp>
          <p:nvSpPr>
            <p:cNvPr id="58" name="Rectangle 57">
              <a:extLst>
                <a:ext uri="{FF2B5EF4-FFF2-40B4-BE49-F238E27FC236}">
                  <a16:creationId xmlns:a16="http://schemas.microsoft.com/office/drawing/2014/main" id="{5FD0AD21-930E-4809-C153-EF1D28D6F851}"/>
                </a:ext>
              </a:extLst>
            </p:cNvPr>
            <p:cNvSpPr/>
            <p:nvPr/>
          </p:nvSpPr>
          <p:spPr bwMode="auto">
            <a:xfrm>
              <a:off x="6750738" y="4280242"/>
              <a:ext cx="809812" cy="997729"/>
            </a:xfrm>
            <a:prstGeom prst="rect">
              <a:avLst/>
            </a:prstGeom>
            <a:solidFill>
              <a:srgbClr val="C03BC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rgbClr val="000000"/>
                </a:solidFill>
                <a:ea typeface="Segoe UI" pitchFamily="34" charset="0"/>
                <a:cs typeface="Segoe UI" pitchFamily="34" charset="0"/>
              </a:endParaRPr>
            </a:p>
          </p:txBody>
        </p:sp>
        <p:sp>
          <p:nvSpPr>
            <p:cNvPr id="59" name="Rectangle 58">
              <a:extLst>
                <a:ext uri="{FF2B5EF4-FFF2-40B4-BE49-F238E27FC236}">
                  <a16:creationId xmlns:a16="http://schemas.microsoft.com/office/drawing/2014/main" id="{2354A5E8-7733-76FD-1A1A-87A65A2E037B}"/>
                </a:ext>
              </a:extLst>
            </p:cNvPr>
            <p:cNvSpPr/>
            <p:nvPr/>
          </p:nvSpPr>
          <p:spPr bwMode="auto">
            <a:xfrm>
              <a:off x="6750738" y="5275055"/>
              <a:ext cx="809812" cy="997729"/>
            </a:xfrm>
            <a:prstGeom prst="rect">
              <a:avLst/>
            </a:prstGeom>
            <a:solidFill>
              <a:srgbClr val="70257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bg1"/>
                </a:solidFill>
                <a:ea typeface="Segoe UI" pitchFamily="34" charset="0"/>
                <a:cs typeface="Segoe UI" pitchFamily="34" charset="0"/>
              </a:endParaRPr>
            </a:p>
          </p:txBody>
        </p:sp>
        <p:sp>
          <p:nvSpPr>
            <p:cNvPr id="61" name="Rectangle 60">
              <a:extLst>
                <a:ext uri="{FF2B5EF4-FFF2-40B4-BE49-F238E27FC236}">
                  <a16:creationId xmlns:a16="http://schemas.microsoft.com/office/drawing/2014/main" id="{87D834B5-01FA-AD2C-1553-22011E671581}"/>
                </a:ext>
              </a:extLst>
            </p:cNvPr>
            <p:cNvSpPr/>
            <p:nvPr/>
          </p:nvSpPr>
          <p:spPr bwMode="auto">
            <a:xfrm>
              <a:off x="7559926" y="3285965"/>
              <a:ext cx="809812" cy="997729"/>
            </a:xfrm>
            <a:prstGeom prst="rect">
              <a:avLst/>
            </a:prstGeom>
            <a:solidFill>
              <a:srgbClr val="C5B4E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tx1"/>
                </a:solidFill>
                <a:ea typeface="Segoe UI" pitchFamily="34" charset="0"/>
                <a:cs typeface="Segoe UI" pitchFamily="34" charset="0"/>
              </a:endParaRPr>
            </a:p>
          </p:txBody>
        </p:sp>
        <p:sp>
          <p:nvSpPr>
            <p:cNvPr id="62" name="Rectangle 61">
              <a:extLst>
                <a:ext uri="{FF2B5EF4-FFF2-40B4-BE49-F238E27FC236}">
                  <a16:creationId xmlns:a16="http://schemas.microsoft.com/office/drawing/2014/main" id="{B4291344-1843-DC37-739E-645B8D045D17}"/>
                </a:ext>
              </a:extLst>
            </p:cNvPr>
            <p:cNvSpPr/>
            <p:nvPr/>
          </p:nvSpPr>
          <p:spPr bwMode="auto">
            <a:xfrm>
              <a:off x="7559926" y="4280242"/>
              <a:ext cx="809812" cy="997729"/>
            </a:xfrm>
            <a:prstGeom prst="rect">
              <a:avLst/>
            </a:prstGeom>
            <a:solidFill>
              <a:srgbClr val="8661C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bg1"/>
                </a:solidFill>
                <a:ea typeface="Segoe UI" pitchFamily="34" charset="0"/>
                <a:cs typeface="Segoe UI" pitchFamily="34" charset="0"/>
              </a:endParaRPr>
            </a:p>
          </p:txBody>
        </p:sp>
        <p:sp>
          <p:nvSpPr>
            <p:cNvPr id="63" name="Rectangle 62">
              <a:extLst>
                <a:ext uri="{FF2B5EF4-FFF2-40B4-BE49-F238E27FC236}">
                  <a16:creationId xmlns:a16="http://schemas.microsoft.com/office/drawing/2014/main" id="{A14974A9-A2C8-9EEC-0A59-B19E41017B83}"/>
                </a:ext>
              </a:extLst>
            </p:cNvPr>
            <p:cNvSpPr/>
            <p:nvPr/>
          </p:nvSpPr>
          <p:spPr bwMode="auto">
            <a:xfrm>
              <a:off x="7559926" y="5275055"/>
              <a:ext cx="809812" cy="997729"/>
            </a:xfrm>
            <a:prstGeom prst="rect">
              <a:avLst/>
            </a:prstGeom>
            <a:solidFill>
              <a:srgbClr val="46366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bg1"/>
                </a:solidFill>
                <a:ea typeface="Segoe UI" pitchFamily="34" charset="0"/>
                <a:cs typeface="Segoe UI" pitchFamily="34" charset="0"/>
              </a:endParaRPr>
            </a:p>
          </p:txBody>
        </p:sp>
        <p:sp>
          <p:nvSpPr>
            <p:cNvPr id="65" name="Rectangle 64">
              <a:extLst>
                <a:ext uri="{FF2B5EF4-FFF2-40B4-BE49-F238E27FC236}">
                  <a16:creationId xmlns:a16="http://schemas.microsoft.com/office/drawing/2014/main" id="{AAE12088-01A0-5A0E-F7DC-C482D6A6390E}"/>
                </a:ext>
              </a:extLst>
            </p:cNvPr>
            <p:cNvSpPr/>
            <p:nvPr/>
          </p:nvSpPr>
          <p:spPr bwMode="auto">
            <a:xfrm>
              <a:off x="8369114" y="3285965"/>
              <a:ext cx="809812" cy="997729"/>
            </a:xfrm>
            <a:prstGeom prst="rect">
              <a:avLst/>
            </a:prstGeom>
            <a:solidFill>
              <a:srgbClr val="8DC8E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tx1"/>
                </a:solidFill>
                <a:ea typeface="Segoe UI" pitchFamily="34" charset="0"/>
                <a:cs typeface="Segoe UI" pitchFamily="34" charset="0"/>
              </a:endParaRPr>
            </a:p>
          </p:txBody>
        </p:sp>
        <p:sp>
          <p:nvSpPr>
            <p:cNvPr id="66" name="Rectangle 65">
              <a:extLst>
                <a:ext uri="{FF2B5EF4-FFF2-40B4-BE49-F238E27FC236}">
                  <a16:creationId xmlns:a16="http://schemas.microsoft.com/office/drawing/2014/main" id="{62612DA6-2704-30BD-BDC3-FF1C892F4290}"/>
                </a:ext>
              </a:extLst>
            </p:cNvPr>
            <p:cNvSpPr/>
            <p:nvPr/>
          </p:nvSpPr>
          <p:spPr bwMode="auto">
            <a:xfrm>
              <a:off x="8369114" y="4280242"/>
              <a:ext cx="809812" cy="997729"/>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bg1"/>
                </a:solidFill>
                <a:ea typeface="Segoe UI" pitchFamily="34" charset="0"/>
                <a:cs typeface="Segoe UI" pitchFamily="34" charset="0"/>
              </a:endParaRPr>
            </a:p>
          </p:txBody>
        </p:sp>
        <p:sp>
          <p:nvSpPr>
            <p:cNvPr id="67" name="Rectangle 66">
              <a:extLst>
                <a:ext uri="{FF2B5EF4-FFF2-40B4-BE49-F238E27FC236}">
                  <a16:creationId xmlns:a16="http://schemas.microsoft.com/office/drawing/2014/main" id="{3D211A55-9618-9178-2D64-CF30C417D123}"/>
                </a:ext>
              </a:extLst>
            </p:cNvPr>
            <p:cNvSpPr/>
            <p:nvPr/>
          </p:nvSpPr>
          <p:spPr bwMode="auto">
            <a:xfrm>
              <a:off x="8369114" y="5275055"/>
              <a:ext cx="809812" cy="997729"/>
            </a:xfrm>
            <a:prstGeom prst="rect">
              <a:avLst/>
            </a:prstGeom>
            <a:solidFill>
              <a:srgbClr val="2A446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bg1"/>
                </a:solidFill>
                <a:ea typeface="Segoe UI" pitchFamily="34" charset="0"/>
                <a:cs typeface="Segoe UI" pitchFamily="34" charset="0"/>
              </a:endParaRPr>
            </a:p>
          </p:txBody>
        </p:sp>
        <p:sp>
          <p:nvSpPr>
            <p:cNvPr id="69" name="Rectangle 68">
              <a:extLst>
                <a:ext uri="{FF2B5EF4-FFF2-40B4-BE49-F238E27FC236}">
                  <a16:creationId xmlns:a16="http://schemas.microsoft.com/office/drawing/2014/main" id="{91578742-D5F5-7648-199B-8BDC7C0B7177}"/>
                </a:ext>
              </a:extLst>
            </p:cNvPr>
            <p:cNvSpPr/>
            <p:nvPr/>
          </p:nvSpPr>
          <p:spPr bwMode="auto">
            <a:xfrm>
              <a:off x="9178303" y="3285965"/>
              <a:ext cx="809812" cy="997729"/>
            </a:xfrm>
            <a:prstGeom prst="rect">
              <a:avLst/>
            </a:prstGeom>
            <a:solidFill>
              <a:srgbClr val="B9DCD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tx1"/>
                </a:solidFill>
                <a:ea typeface="Segoe UI" pitchFamily="34" charset="0"/>
                <a:cs typeface="Segoe UI" pitchFamily="34" charset="0"/>
              </a:endParaRPr>
            </a:p>
          </p:txBody>
        </p:sp>
        <p:sp>
          <p:nvSpPr>
            <p:cNvPr id="70" name="Rectangle 69">
              <a:extLst>
                <a:ext uri="{FF2B5EF4-FFF2-40B4-BE49-F238E27FC236}">
                  <a16:creationId xmlns:a16="http://schemas.microsoft.com/office/drawing/2014/main" id="{EBD4A930-A765-DB68-21FE-FA14F704644B}"/>
                </a:ext>
              </a:extLst>
            </p:cNvPr>
            <p:cNvSpPr/>
            <p:nvPr/>
          </p:nvSpPr>
          <p:spPr bwMode="auto">
            <a:xfrm>
              <a:off x="9178303" y="4280242"/>
              <a:ext cx="809812" cy="997729"/>
            </a:xfrm>
            <a:prstGeom prst="rect">
              <a:avLst/>
            </a:prstGeom>
            <a:solidFill>
              <a:srgbClr val="49C5B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tx1"/>
                </a:solidFill>
                <a:ea typeface="Segoe UI" pitchFamily="34" charset="0"/>
                <a:cs typeface="Segoe UI" pitchFamily="34" charset="0"/>
              </a:endParaRPr>
            </a:p>
          </p:txBody>
        </p:sp>
        <p:sp>
          <p:nvSpPr>
            <p:cNvPr id="71" name="Rectangle 70">
              <a:extLst>
                <a:ext uri="{FF2B5EF4-FFF2-40B4-BE49-F238E27FC236}">
                  <a16:creationId xmlns:a16="http://schemas.microsoft.com/office/drawing/2014/main" id="{DFCCA52B-D7C7-3CA2-9953-BA381610B6DF}"/>
                </a:ext>
              </a:extLst>
            </p:cNvPr>
            <p:cNvSpPr/>
            <p:nvPr/>
          </p:nvSpPr>
          <p:spPr bwMode="auto">
            <a:xfrm>
              <a:off x="9178303" y="5275055"/>
              <a:ext cx="809812" cy="997729"/>
            </a:xfrm>
            <a:prstGeom prst="rect">
              <a:avLst/>
            </a:prstGeom>
            <a:solidFill>
              <a:srgbClr val="225B6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bg1"/>
                </a:solidFill>
                <a:ea typeface="Segoe UI" pitchFamily="34" charset="0"/>
                <a:cs typeface="Segoe UI" pitchFamily="34" charset="0"/>
              </a:endParaRPr>
            </a:p>
          </p:txBody>
        </p:sp>
        <p:sp>
          <p:nvSpPr>
            <p:cNvPr id="73" name="Rectangle 72">
              <a:extLst>
                <a:ext uri="{FF2B5EF4-FFF2-40B4-BE49-F238E27FC236}">
                  <a16:creationId xmlns:a16="http://schemas.microsoft.com/office/drawing/2014/main" id="{ED006A92-95C9-4A87-86D0-36A4F1493364}"/>
                </a:ext>
              </a:extLst>
            </p:cNvPr>
            <p:cNvSpPr/>
            <p:nvPr/>
          </p:nvSpPr>
          <p:spPr bwMode="auto">
            <a:xfrm>
              <a:off x="9987491" y="3285965"/>
              <a:ext cx="809812" cy="997729"/>
            </a:xfrm>
            <a:prstGeom prst="rect">
              <a:avLst/>
            </a:prstGeom>
            <a:solidFill>
              <a:srgbClr val="D4EC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tx1"/>
                </a:solidFill>
                <a:ea typeface="Segoe UI" pitchFamily="34" charset="0"/>
                <a:cs typeface="Segoe UI" pitchFamily="34" charset="0"/>
              </a:endParaRPr>
            </a:p>
          </p:txBody>
        </p:sp>
        <p:sp>
          <p:nvSpPr>
            <p:cNvPr id="74" name="Rectangle 73">
              <a:extLst>
                <a:ext uri="{FF2B5EF4-FFF2-40B4-BE49-F238E27FC236}">
                  <a16:creationId xmlns:a16="http://schemas.microsoft.com/office/drawing/2014/main" id="{0E276758-D741-D1C9-0DA6-57F297D3B27E}"/>
                </a:ext>
              </a:extLst>
            </p:cNvPr>
            <p:cNvSpPr/>
            <p:nvPr/>
          </p:nvSpPr>
          <p:spPr bwMode="auto">
            <a:xfrm>
              <a:off x="9987491" y="4280242"/>
              <a:ext cx="809812" cy="997729"/>
            </a:xfrm>
            <a:prstGeom prst="rect">
              <a:avLst/>
            </a:prstGeom>
            <a:solidFill>
              <a:srgbClr val="8DE9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tx1"/>
                </a:solidFill>
                <a:ea typeface="Segoe UI" pitchFamily="34" charset="0"/>
                <a:cs typeface="Segoe UI" pitchFamily="34" charset="0"/>
              </a:endParaRPr>
            </a:p>
          </p:txBody>
        </p:sp>
        <p:sp>
          <p:nvSpPr>
            <p:cNvPr id="75" name="Rectangle 74">
              <a:extLst>
                <a:ext uri="{FF2B5EF4-FFF2-40B4-BE49-F238E27FC236}">
                  <a16:creationId xmlns:a16="http://schemas.microsoft.com/office/drawing/2014/main" id="{D89F84EC-6DAB-82FE-6F89-F4B83BC07D41}"/>
                </a:ext>
              </a:extLst>
            </p:cNvPr>
            <p:cNvSpPr/>
            <p:nvPr/>
          </p:nvSpPr>
          <p:spPr bwMode="auto">
            <a:xfrm>
              <a:off x="9987491" y="5275055"/>
              <a:ext cx="809812" cy="997729"/>
            </a:xfrm>
            <a:prstGeom prst="rect">
              <a:avLst/>
            </a:prstGeom>
            <a:solidFill>
              <a:srgbClr val="07641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bg1"/>
                </a:solidFill>
                <a:ea typeface="Segoe UI" pitchFamily="34" charset="0"/>
                <a:cs typeface="Segoe UI" pitchFamily="34" charset="0"/>
              </a:endParaRPr>
            </a:p>
          </p:txBody>
        </p:sp>
        <p:sp>
          <p:nvSpPr>
            <p:cNvPr id="77" name="Rectangle 76">
              <a:extLst>
                <a:ext uri="{FF2B5EF4-FFF2-40B4-BE49-F238E27FC236}">
                  <a16:creationId xmlns:a16="http://schemas.microsoft.com/office/drawing/2014/main" id="{30F5324F-E321-E3F2-4BA5-987D1E394578}"/>
                </a:ext>
              </a:extLst>
            </p:cNvPr>
            <p:cNvSpPr/>
            <p:nvPr/>
          </p:nvSpPr>
          <p:spPr bwMode="auto">
            <a:xfrm>
              <a:off x="10796678" y="3285965"/>
              <a:ext cx="809812" cy="997729"/>
            </a:xfrm>
            <a:prstGeom prst="rect">
              <a:avLst/>
            </a:prstGeom>
            <a:solidFill>
              <a:srgbClr val="091F2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bg1"/>
                </a:solidFill>
                <a:ea typeface="Segoe UI" pitchFamily="34" charset="0"/>
                <a:cs typeface="Segoe UI" pitchFamily="34" charset="0"/>
              </a:endParaRPr>
            </a:p>
          </p:txBody>
        </p:sp>
        <p:sp>
          <p:nvSpPr>
            <p:cNvPr id="78" name="Rectangle 77">
              <a:extLst>
                <a:ext uri="{FF2B5EF4-FFF2-40B4-BE49-F238E27FC236}">
                  <a16:creationId xmlns:a16="http://schemas.microsoft.com/office/drawing/2014/main" id="{47D3CBF3-FF1F-7A86-FE21-98225B077659}"/>
                </a:ext>
              </a:extLst>
            </p:cNvPr>
            <p:cNvSpPr/>
            <p:nvPr/>
          </p:nvSpPr>
          <p:spPr bwMode="auto">
            <a:xfrm>
              <a:off x="10796678" y="4280242"/>
              <a:ext cx="809812" cy="997729"/>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bg1"/>
                </a:solidFill>
                <a:ea typeface="Segoe UI" pitchFamily="34" charset="0"/>
                <a:cs typeface="Segoe UI" pitchFamily="34" charset="0"/>
              </a:endParaRPr>
            </a:p>
          </p:txBody>
        </p:sp>
        <p:sp>
          <p:nvSpPr>
            <p:cNvPr id="79" name="Rectangle 78">
              <a:extLst>
                <a:ext uri="{FF2B5EF4-FFF2-40B4-BE49-F238E27FC236}">
                  <a16:creationId xmlns:a16="http://schemas.microsoft.com/office/drawing/2014/main" id="{4FB72DA7-D437-1E2E-1521-0E8AB78701A6}"/>
                </a:ext>
              </a:extLst>
            </p:cNvPr>
            <p:cNvSpPr/>
            <p:nvPr/>
          </p:nvSpPr>
          <p:spPr bwMode="auto">
            <a:xfrm>
              <a:off x="10796678" y="5275055"/>
              <a:ext cx="809812" cy="997729"/>
            </a:xfrm>
            <a:prstGeom prst="rect">
              <a:avLst/>
            </a:prstGeom>
            <a:solidFill>
              <a:srgbClr val="29181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 tIns="182880" rIns="0" bIns="91440" numCol="1" spcCol="0" rtlCol="0" fromWordArt="0" anchor="t" anchorCtr="0" forceAA="0" compatLnSpc="1">
              <a:prstTxWarp prst="textNoShape">
                <a:avLst/>
              </a:prstTxWarp>
              <a:noAutofit/>
            </a:bodyPr>
            <a:lstStyle/>
            <a:p>
              <a:pPr defTabSz="594451" fontAlgn="base">
                <a:lnSpc>
                  <a:spcPts val="599"/>
                </a:lnSpc>
                <a:spcBef>
                  <a:spcPct val="0"/>
                </a:spcBef>
                <a:spcAft>
                  <a:spcPct val="0"/>
                </a:spcAft>
              </a:pPr>
              <a:endParaRPr lang="en-US" sz="446">
                <a:solidFill>
                  <a:schemeClr val="bg1"/>
                </a:solidFill>
                <a:ea typeface="Segoe UI" pitchFamily="34" charset="0"/>
                <a:cs typeface="Segoe UI" pitchFamily="34" charset="0"/>
              </a:endParaRPr>
            </a:p>
          </p:txBody>
        </p:sp>
      </p:grpSp>
    </p:spTree>
    <p:extLst>
      <p:ext uri="{BB962C8B-B14F-4D97-AF65-F5344CB8AC3E}">
        <p14:creationId xmlns:p14="http://schemas.microsoft.com/office/powerpoint/2010/main" val="413757635"/>
      </p:ext>
    </p:extLst>
  </p:cSld>
  <p:clrMap bg1="lt1" tx1="dk1" bg2="lt2" tx2="dk2" accent1="accent1" accent2="accent2" accent3="accent3" accent4="accent4" accent5="accent5" accent6="accent6" hlink="hlink" folHlink="folHlink"/>
  <p:sldLayoutIdLst>
    <p:sldLayoutId id="2147485224" r:id="rId1"/>
  </p:sldLayoutIdLst>
  <p:txStyles>
    <p:titleStyle>
      <a:lvl1pPr algn="l" defTabSz="582930" rtl="0" eaLnBrk="1" latinLnBrk="0" hangingPunct="1">
        <a:lnSpc>
          <a:spcPct val="90000"/>
        </a:lnSpc>
        <a:spcBef>
          <a:spcPct val="0"/>
        </a:spcBef>
        <a:buNone/>
        <a:defRPr sz="2805" kern="1200">
          <a:solidFill>
            <a:schemeClr val="tx1"/>
          </a:solidFill>
          <a:latin typeface="+mj-lt"/>
          <a:ea typeface="+mj-ea"/>
          <a:cs typeface="+mj-cs"/>
        </a:defRPr>
      </a:lvl1pPr>
    </p:titleStyle>
    <p:bodyStyle>
      <a:lvl1pPr marL="145733" indent="-145733" algn="l" defTabSz="582930" rtl="0" eaLnBrk="1" latinLnBrk="0" hangingPunct="1">
        <a:lnSpc>
          <a:spcPct val="90000"/>
        </a:lnSpc>
        <a:spcBef>
          <a:spcPts val="638"/>
        </a:spcBef>
        <a:buFont typeface="Arial" panose="020B0604020202020204" pitchFamily="34" charset="0"/>
        <a:buChar char="•"/>
        <a:defRPr sz="1785" kern="1200">
          <a:solidFill>
            <a:schemeClr val="tx1"/>
          </a:solidFill>
          <a:latin typeface="+mn-lt"/>
          <a:ea typeface="+mn-ea"/>
          <a:cs typeface="+mn-cs"/>
        </a:defRPr>
      </a:lvl1pPr>
      <a:lvl2pPr marL="437198" indent="-145733" algn="l" defTabSz="582930" rtl="0" eaLnBrk="1" latinLnBrk="0" hangingPunct="1">
        <a:lnSpc>
          <a:spcPct val="90000"/>
        </a:lnSpc>
        <a:spcBef>
          <a:spcPts val="319"/>
        </a:spcBef>
        <a:buFont typeface="Arial" panose="020B0604020202020204" pitchFamily="34" charset="0"/>
        <a:buChar char="•"/>
        <a:defRPr sz="1530" kern="1200">
          <a:solidFill>
            <a:schemeClr val="tx1"/>
          </a:solidFill>
          <a:latin typeface="+mn-lt"/>
          <a:ea typeface="+mn-ea"/>
          <a:cs typeface="+mn-cs"/>
        </a:defRPr>
      </a:lvl2pPr>
      <a:lvl3pPr marL="728663" indent="-145733" algn="l" defTabSz="582930" rtl="0" eaLnBrk="1" latinLnBrk="0" hangingPunct="1">
        <a:lnSpc>
          <a:spcPct val="90000"/>
        </a:lnSpc>
        <a:spcBef>
          <a:spcPts val="319"/>
        </a:spcBef>
        <a:buFont typeface="Arial" panose="020B0604020202020204" pitchFamily="34" charset="0"/>
        <a:buChar char="•"/>
        <a:defRPr sz="1275" kern="1200">
          <a:solidFill>
            <a:schemeClr val="tx1"/>
          </a:solidFill>
          <a:latin typeface="+mn-lt"/>
          <a:ea typeface="+mn-ea"/>
          <a:cs typeface="+mn-cs"/>
        </a:defRPr>
      </a:lvl3pPr>
      <a:lvl4pPr marL="1020128"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4pPr>
      <a:lvl5pPr marL="1311593"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5pPr>
      <a:lvl6pPr marL="1603058"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6pPr>
      <a:lvl7pPr marL="1894523"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7pPr>
      <a:lvl8pPr marL="2185988"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8pPr>
      <a:lvl9pPr marL="2477453"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9pPr>
    </p:bodyStyle>
    <p:otherStyle>
      <a:defPPr>
        <a:defRPr lang="en-US"/>
      </a:defPPr>
      <a:lvl1pPr marL="0" algn="l" defTabSz="582930" rtl="0" eaLnBrk="1" latinLnBrk="0" hangingPunct="1">
        <a:defRPr sz="1148" kern="1200">
          <a:solidFill>
            <a:schemeClr val="tx1"/>
          </a:solidFill>
          <a:latin typeface="+mn-lt"/>
          <a:ea typeface="+mn-ea"/>
          <a:cs typeface="+mn-cs"/>
        </a:defRPr>
      </a:lvl1pPr>
      <a:lvl2pPr marL="291465" algn="l" defTabSz="582930" rtl="0" eaLnBrk="1" latinLnBrk="0" hangingPunct="1">
        <a:defRPr sz="1148" kern="1200">
          <a:solidFill>
            <a:schemeClr val="tx1"/>
          </a:solidFill>
          <a:latin typeface="+mn-lt"/>
          <a:ea typeface="+mn-ea"/>
          <a:cs typeface="+mn-cs"/>
        </a:defRPr>
      </a:lvl2pPr>
      <a:lvl3pPr marL="582930" algn="l" defTabSz="582930" rtl="0" eaLnBrk="1" latinLnBrk="0" hangingPunct="1">
        <a:defRPr sz="1148" kern="1200">
          <a:solidFill>
            <a:schemeClr val="tx1"/>
          </a:solidFill>
          <a:latin typeface="+mn-lt"/>
          <a:ea typeface="+mn-ea"/>
          <a:cs typeface="+mn-cs"/>
        </a:defRPr>
      </a:lvl3pPr>
      <a:lvl4pPr marL="874395" algn="l" defTabSz="582930" rtl="0" eaLnBrk="1" latinLnBrk="0" hangingPunct="1">
        <a:defRPr sz="1148" kern="1200">
          <a:solidFill>
            <a:schemeClr val="tx1"/>
          </a:solidFill>
          <a:latin typeface="+mn-lt"/>
          <a:ea typeface="+mn-ea"/>
          <a:cs typeface="+mn-cs"/>
        </a:defRPr>
      </a:lvl4pPr>
      <a:lvl5pPr marL="1165860" algn="l" defTabSz="582930" rtl="0" eaLnBrk="1" latinLnBrk="0" hangingPunct="1">
        <a:defRPr sz="1148" kern="1200">
          <a:solidFill>
            <a:schemeClr val="tx1"/>
          </a:solidFill>
          <a:latin typeface="+mn-lt"/>
          <a:ea typeface="+mn-ea"/>
          <a:cs typeface="+mn-cs"/>
        </a:defRPr>
      </a:lvl5pPr>
      <a:lvl6pPr marL="1457325" algn="l" defTabSz="582930" rtl="0" eaLnBrk="1" latinLnBrk="0" hangingPunct="1">
        <a:defRPr sz="1148" kern="1200">
          <a:solidFill>
            <a:schemeClr val="tx1"/>
          </a:solidFill>
          <a:latin typeface="+mn-lt"/>
          <a:ea typeface="+mn-ea"/>
          <a:cs typeface="+mn-cs"/>
        </a:defRPr>
      </a:lvl6pPr>
      <a:lvl7pPr marL="1748790" algn="l" defTabSz="582930" rtl="0" eaLnBrk="1" latinLnBrk="0" hangingPunct="1">
        <a:defRPr sz="1148" kern="1200">
          <a:solidFill>
            <a:schemeClr val="tx1"/>
          </a:solidFill>
          <a:latin typeface="+mn-lt"/>
          <a:ea typeface="+mn-ea"/>
          <a:cs typeface="+mn-cs"/>
        </a:defRPr>
      </a:lvl7pPr>
      <a:lvl8pPr marL="2040255" algn="l" defTabSz="582930" rtl="0" eaLnBrk="1" latinLnBrk="0" hangingPunct="1">
        <a:defRPr sz="1148" kern="1200">
          <a:solidFill>
            <a:schemeClr val="tx1"/>
          </a:solidFill>
          <a:latin typeface="+mn-lt"/>
          <a:ea typeface="+mn-ea"/>
          <a:cs typeface="+mn-cs"/>
        </a:defRPr>
      </a:lvl8pPr>
      <a:lvl9pPr marL="2331720" algn="l" defTabSz="582930"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632">
          <p15:clr>
            <a:srgbClr val="F26B43"/>
          </p15:clr>
        </p15:guide>
        <p15:guide id="2" orient="horz" pos="2160">
          <p15:clr>
            <a:srgbClr val="F26B43"/>
          </p15:clr>
        </p15:guide>
        <p15:guide id="3" pos="240">
          <p15:clr>
            <a:srgbClr val="F26B43"/>
          </p15:clr>
        </p15:guide>
        <p15:guide id="4" pos="7296">
          <p15:clr>
            <a:srgbClr val="F26B43"/>
          </p15:clr>
        </p15:guide>
        <p15:guide id="5" orient="horz" pos="432">
          <p15:clr>
            <a:srgbClr val="F26B43"/>
          </p15:clr>
        </p15:guide>
        <p15:guide id="6" orient="horz" pos="3888">
          <p15:clr>
            <a:srgbClr val="F26B43"/>
          </p15:clr>
        </p15:guide>
        <p15:guide id="7" orient="horz" pos="936">
          <p15:clr>
            <a:srgbClr val="F26B43"/>
          </p15:clr>
        </p15:guide>
        <p15:guide id="8" orient="horz" pos="122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26" Type="http://schemas.openxmlformats.org/officeDocument/2006/relationships/image" Target="../media/image26.png"/><Relationship Id="rId3" Type="http://schemas.openxmlformats.org/officeDocument/2006/relationships/image" Target="../media/image5.jpeg"/><Relationship Id="rId21" Type="http://schemas.openxmlformats.org/officeDocument/2006/relationships/image" Target="../media/image21.svg"/><Relationship Id="rId7" Type="http://schemas.openxmlformats.org/officeDocument/2006/relationships/image" Target="../media/image7.png"/><Relationship Id="rId12" Type="http://schemas.openxmlformats.org/officeDocument/2006/relationships/image" Target="../media/image12.svg"/><Relationship Id="rId17" Type="http://schemas.openxmlformats.org/officeDocument/2006/relationships/image" Target="../media/image17.svg"/><Relationship Id="rId25" Type="http://schemas.openxmlformats.org/officeDocument/2006/relationships/image" Target="../media/image25.svg"/><Relationship Id="rId2" Type="http://schemas.openxmlformats.org/officeDocument/2006/relationships/image" Target="../media/image4.jpe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11.png"/><Relationship Id="rId24" Type="http://schemas.openxmlformats.org/officeDocument/2006/relationships/image" Target="../media/image24.png"/><Relationship Id="rId5" Type="http://schemas.openxmlformats.org/officeDocument/2006/relationships/image" Target="../media/image2.png"/><Relationship Id="rId15" Type="http://schemas.openxmlformats.org/officeDocument/2006/relationships/image" Target="../media/image15.svg"/><Relationship Id="rId23" Type="http://schemas.openxmlformats.org/officeDocument/2006/relationships/image" Target="../media/image23.svg"/><Relationship Id="rId10" Type="http://schemas.openxmlformats.org/officeDocument/2006/relationships/image" Target="../media/image10.svg"/><Relationship Id="rId19" Type="http://schemas.openxmlformats.org/officeDocument/2006/relationships/image" Target="../media/image19.svg"/><Relationship Id="rId4" Type="http://schemas.openxmlformats.org/officeDocument/2006/relationships/image" Target="../media/image6.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 Id="rId27" Type="http://schemas.openxmlformats.org/officeDocument/2006/relationships/image" Target="../media/image27.svg"/></Relationships>
</file>

<file path=ppt/slides/_rels/slide3.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5.jpeg"/><Relationship Id="rId3" Type="http://schemas.openxmlformats.org/officeDocument/2006/relationships/image" Target="../media/image2.png"/><Relationship Id="rId7" Type="http://schemas.openxmlformats.org/officeDocument/2006/relationships/image" Target="../media/image29.png"/><Relationship Id="rId12" Type="http://schemas.openxmlformats.org/officeDocument/2006/relationships/image" Target="../media/image32.svg"/><Relationship Id="rId17" Type="http://schemas.openxmlformats.org/officeDocument/2006/relationships/image" Target="../media/image34.svg"/><Relationship Id="rId2" Type="http://schemas.openxmlformats.org/officeDocument/2006/relationships/notesSlide" Target="../notesSlides/notesSlide2.xml"/><Relationship Id="rId16"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31.png"/><Relationship Id="rId5" Type="http://schemas.openxmlformats.org/officeDocument/2006/relationships/image" Target="../media/image28.png"/><Relationship Id="rId15" Type="http://schemas.openxmlformats.org/officeDocument/2006/relationships/image" Target="../media/image4.jpeg"/><Relationship Id="rId10" Type="http://schemas.openxmlformats.org/officeDocument/2006/relationships/image" Target="../media/image12.svg"/><Relationship Id="rId4" Type="http://schemas.openxmlformats.org/officeDocument/2006/relationships/image" Target="../media/image3.svg"/><Relationship Id="rId9" Type="http://schemas.openxmlformats.org/officeDocument/2006/relationships/image" Target="../media/image11.png"/><Relationship Id="rId1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04669-E179-4069-960C-812A26F50942}"/>
              </a:ext>
            </a:extLst>
          </p:cNvPr>
          <p:cNvSpPr>
            <a:spLocks noGrp="1"/>
          </p:cNvSpPr>
          <p:nvPr>
            <p:ph type="title"/>
          </p:nvPr>
        </p:nvSpPr>
        <p:spPr>
          <a:xfrm>
            <a:off x="372926" y="169200"/>
            <a:ext cx="4176036" cy="369332"/>
          </a:xfrm>
        </p:spPr>
        <p:txBody>
          <a:bodyPr/>
          <a:lstStyle/>
          <a:p>
            <a:r>
              <a:rPr lang="en-US" sz="2400" b="0" dirty="0"/>
              <a:t>Version history &amp; updates</a:t>
            </a:r>
          </a:p>
        </p:txBody>
      </p:sp>
      <p:graphicFrame>
        <p:nvGraphicFramePr>
          <p:cNvPr id="9" name="Table 8">
            <a:extLst>
              <a:ext uri="{FF2B5EF4-FFF2-40B4-BE49-F238E27FC236}">
                <a16:creationId xmlns:a16="http://schemas.microsoft.com/office/drawing/2014/main" id="{AE0B0657-AD61-4734-9FE3-26C95B325078}"/>
              </a:ext>
            </a:extLst>
          </p:cNvPr>
          <p:cNvGraphicFramePr>
            <a:graphicFrameLocks noGrp="1"/>
          </p:cNvGraphicFramePr>
          <p:nvPr>
            <p:extLst>
              <p:ext uri="{D42A27DB-BD31-4B8C-83A1-F6EECF244321}">
                <p14:modId xmlns:p14="http://schemas.microsoft.com/office/powerpoint/2010/main" val="4235580005"/>
              </p:ext>
            </p:extLst>
          </p:nvPr>
        </p:nvGraphicFramePr>
        <p:xfrm>
          <a:off x="372929" y="1174991"/>
          <a:ext cx="7023309" cy="4855997"/>
        </p:xfrm>
        <a:graphic>
          <a:graphicData uri="http://schemas.openxmlformats.org/drawingml/2006/table">
            <a:tbl>
              <a:tblPr firstRow="1" bandRow="1">
                <a:tableStyleId>{5C22544A-7EE6-4342-B048-85BDC9FD1C3A}</a:tableStyleId>
              </a:tblPr>
              <a:tblGrid>
                <a:gridCol w="571468">
                  <a:extLst>
                    <a:ext uri="{9D8B030D-6E8A-4147-A177-3AD203B41FA5}">
                      <a16:colId xmlns:a16="http://schemas.microsoft.com/office/drawing/2014/main" val="331605970"/>
                    </a:ext>
                  </a:extLst>
                </a:gridCol>
                <a:gridCol w="1076694">
                  <a:extLst>
                    <a:ext uri="{9D8B030D-6E8A-4147-A177-3AD203B41FA5}">
                      <a16:colId xmlns:a16="http://schemas.microsoft.com/office/drawing/2014/main" val="2535524092"/>
                    </a:ext>
                  </a:extLst>
                </a:gridCol>
                <a:gridCol w="1534831">
                  <a:extLst>
                    <a:ext uri="{9D8B030D-6E8A-4147-A177-3AD203B41FA5}">
                      <a16:colId xmlns:a16="http://schemas.microsoft.com/office/drawing/2014/main" val="2590977232"/>
                    </a:ext>
                  </a:extLst>
                </a:gridCol>
                <a:gridCol w="3840316">
                  <a:extLst>
                    <a:ext uri="{9D8B030D-6E8A-4147-A177-3AD203B41FA5}">
                      <a16:colId xmlns:a16="http://schemas.microsoft.com/office/drawing/2014/main" val="1309980320"/>
                    </a:ext>
                  </a:extLst>
                </a:gridCol>
              </a:tblGrid>
              <a:tr h="213702">
                <a:tc>
                  <a:txBody>
                    <a:bodyPr/>
                    <a:lstStyle/>
                    <a:p>
                      <a:pPr algn="l"/>
                      <a:r>
                        <a:rPr lang="en-US" sz="1000" b="0" dirty="0">
                          <a:latin typeface="+mj-lt"/>
                        </a:rPr>
                        <a:t>Version</a:t>
                      </a:r>
                    </a:p>
                  </a:txBody>
                  <a:tcPr marL="58276" marR="58276" marT="29138" marB="29138">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000" b="0" dirty="0">
                          <a:latin typeface="+mj-lt"/>
                        </a:rPr>
                        <a:t>Date</a:t>
                      </a:r>
                    </a:p>
                  </a:txBody>
                  <a:tcPr marL="58276" marR="58276" marT="29138" marB="29138">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000" b="0">
                          <a:latin typeface="+mj-lt"/>
                        </a:rPr>
                        <a:t>Who</a:t>
                      </a:r>
                    </a:p>
                  </a:txBody>
                  <a:tcPr marL="58276" marR="58276" marT="29138" marB="29138">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000" b="0" dirty="0">
                          <a:latin typeface="+mj-lt"/>
                        </a:rPr>
                        <a:t>What</a:t>
                      </a:r>
                    </a:p>
                  </a:txBody>
                  <a:tcPr marL="58276" marR="58276" marT="29138" marB="29138">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4328745"/>
                  </a:ext>
                </a:extLst>
              </a:tr>
              <a:tr h="369127">
                <a:tc>
                  <a:txBody>
                    <a:bodyPr/>
                    <a:lstStyle/>
                    <a:p>
                      <a:pPr marL="0" algn="l" defTabSz="932563" rtl="0" eaLnBrk="1" latinLnBrk="0" hangingPunct="1"/>
                      <a:r>
                        <a:rPr lang="en-US" sz="1000" kern="1200" dirty="0">
                          <a:solidFill>
                            <a:schemeClr val="tx1"/>
                          </a:solidFill>
                          <a:latin typeface="+mn-lt"/>
                          <a:ea typeface="+mn-ea"/>
                          <a:cs typeface="+mn-cs"/>
                        </a:rPr>
                        <a:t>2.0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algn="l" defTabSz="932563" rtl="0" eaLnBrk="1" latinLnBrk="0" hangingPunct="1"/>
                      <a:r>
                        <a:rPr lang="en-US" sz="1000" kern="1200" dirty="0">
                          <a:solidFill>
                            <a:schemeClr val="tx1"/>
                          </a:solidFill>
                          <a:latin typeface="+mn-lt"/>
                          <a:ea typeface="+mn-ea"/>
                          <a:cs typeface="+mn-cs"/>
                        </a:rPr>
                        <a:t>June 2020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algn="l" defTabSz="932563" rtl="0" eaLnBrk="1" latinLnBrk="0" hangingPunct="1">
                        <a:lnSpc>
                          <a:spcPct val="107000"/>
                        </a:lnSpc>
                        <a:spcAft>
                          <a:spcPts val="0"/>
                        </a:spcAft>
                      </a:pPr>
                      <a:r>
                        <a:rPr lang="nl-NL" sz="1000" kern="1200" dirty="0">
                          <a:solidFill>
                            <a:schemeClr val="tx1"/>
                          </a:solidFill>
                          <a:latin typeface="+mn-lt"/>
                          <a:ea typeface="+mn-ea"/>
                          <a:cs typeface="+mn-cs"/>
                        </a:rPr>
                        <a:t>François van Hemert</a:t>
                      </a:r>
                    </a:p>
                    <a:p>
                      <a:pPr marL="0" algn="l" defTabSz="932563" rtl="0" eaLnBrk="1" latinLnBrk="0" hangingPunct="1">
                        <a:lnSpc>
                          <a:spcPct val="107000"/>
                        </a:lnSpc>
                        <a:spcAft>
                          <a:spcPts val="0"/>
                        </a:spcAft>
                      </a:pPr>
                      <a:r>
                        <a:rPr lang="nl-NL" sz="1000" kern="1200" dirty="0">
                          <a:solidFill>
                            <a:schemeClr val="tx1"/>
                          </a:solidFill>
                          <a:latin typeface="+mn-lt"/>
                          <a:ea typeface="+mn-ea"/>
                          <a:cs typeface="+mn-cs"/>
                        </a:rPr>
                        <a:t>Wayne Anderson</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First published v2 release.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extLst>
                  <a:ext uri="{0D108BD9-81ED-4DB2-BD59-A6C34878D82A}">
                    <a16:rowId xmlns:a16="http://schemas.microsoft.com/office/drawing/2014/main" val="4138700140"/>
                  </a:ext>
                </a:extLst>
              </a:tr>
              <a:tr h="213702">
                <a:tc>
                  <a:txBody>
                    <a:bodyPr/>
                    <a:lstStyle/>
                    <a:p>
                      <a:pPr marL="0" algn="l" defTabSz="932563" rtl="0" eaLnBrk="1" latinLnBrk="0" hangingPunct="1"/>
                      <a:r>
                        <a:rPr lang="en-US" sz="1000" kern="1200" dirty="0">
                          <a:solidFill>
                            <a:schemeClr val="tx1"/>
                          </a:solidFill>
                          <a:latin typeface="+mn-lt"/>
                          <a:ea typeface="+mn-ea"/>
                          <a:cs typeface="+mn-cs"/>
                        </a:rPr>
                        <a:t>2.1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November 2020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nl-NL" sz="1000" kern="1200" dirty="0">
                          <a:solidFill>
                            <a:schemeClr val="tx1"/>
                          </a:solidFill>
                          <a:latin typeface="+mn-lt"/>
                          <a:ea typeface="+mn-ea"/>
                          <a:cs typeface="+mn-cs"/>
                        </a:rPr>
                        <a:t>François van Hemert</a:t>
                      </a:r>
                      <a:endParaRPr lang="en-US" sz="1000" kern="1200" dirty="0">
                        <a:solidFill>
                          <a:schemeClr val="tx1"/>
                        </a:solidFill>
                        <a:latin typeface="+mn-lt"/>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algn="l" defTabSz="932563" rtl="0" eaLnBrk="1" latinLnBrk="0" hangingPunct="1"/>
                      <a:r>
                        <a:rPr lang="en-US" sz="1000" kern="1200" dirty="0">
                          <a:solidFill>
                            <a:schemeClr val="tx1"/>
                          </a:solidFill>
                          <a:latin typeface="+mn-lt"/>
                          <a:ea typeface="+mn-ea"/>
                          <a:cs typeface="+mn-cs"/>
                        </a:rPr>
                        <a:t>Maintenance release, minor updates.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extLst>
                  <a:ext uri="{0D108BD9-81ED-4DB2-BD59-A6C34878D82A}">
                    <a16:rowId xmlns:a16="http://schemas.microsoft.com/office/drawing/2014/main" val="2095259371"/>
                  </a:ext>
                </a:extLst>
              </a:tr>
              <a:tr h="213702">
                <a:tc>
                  <a:txBody>
                    <a:bodyPr/>
                    <a:lstStyle/>
                    <a:p>
                      <a:pPr marL="0" algn="l" defTabSz="932563" rtl="0" eaLnBrk="1" latinLnBrk="0" hangingPunct="1"/>
                      <a:r>
                        <a:rPr lang="en-US" sz="1000" kern="1200" dirty="0">
                          <a:solidFill>
                            <a:schemeClr val="tx1"/>
                          </a:solidFill>
                          <a:latin typeface="+mn-lt"/>
                          <a:ea typeface="+mn-ea"/>
                          <a:cs typeface="+mn-cs"/>
                        </a:rPr>
                        <a:t>3.0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January 2021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François van Hemert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Update release, Compliance Manager and new optional modules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extLst>
                  <a:ext uri="{0D108BD9-81ED-4DB2-BD59-A6C34878D82A}">
                    <a16:rowId xmlns:a16="http://schemas.microsoft.com/office/drawing/2014/main" val="3790660161"/>
                  </a:ext>
                </a:extLst>
              </a:tr>
              <a:tr h="213702">
                <a:tc>
                  <a:txBody>
                    <a:bodyPr/>
                    <a:lstStyle/>
                    <a:p>
                      <a:pPr marL="0" algn="l" defTabSz="932563" rtl="0" eaLnBrk="1" latinLnBrk="0" hangingPunct="1"/>
                      <a:r>
                        <a:rPr lang="en-US" sz="1000" kern="1200" dirty="0">
                          <a:solidFill>
                            <a:schemeClr val="tx1"/>
                          </a:solidFill>
                          <a:latin typeface="+mn-lt"/>
                          <a:ea typeface="+mn-ea"/>
                          <a:cs typeface="+mn-cs"/>
                        </a:rPr>
                        <a:t>3.1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algn="l" defTabSz="932563" rtl="0" eaLnBrk="1" latinLnBrk="0" hangingPunct="1"/>
                      <a:r>
                        <a:rPr lang="en-US" sz="1000" kern="1200" dirty="0">
                          <a:solidFill>
                            <a:schemeClr val="tx1"/>
                          </a:solidFill>
                          <a:latin typeface="+mn-lt"/>
                          <a:ea typeface="+mn-ea"/>
                          <a:cs typeface="+mn-cs"/>
                        </a:rPr>
                        <a:t>February 2021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François van Hemert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1000" dirty="0">
                          <a:solidFill>
                            <a:schemeClr val="tx1"/>
                          </a:solidFill>
                        </a:rPr>
                        <a:t>Added Teams Data Loss Prevention module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extLst>
                  <a:ext uri="{0D108BD9-81ED-4DB2-BD59-A6C34878D82A}">
                    <a16:rowId xmlns:a16="http://schemas.microsoft.com/office/drawing/2014/main" val="3311751417"/>
                  </a:ext>
                </a:extLst>
              </a:tr>
              <a:tr h="0">
                <a:tc>
                  <a:txBody>
                    <a:bodyPr/>
                    <a:lstStyle/>
                    <a:p>
                      <a:pPr marL="0" algn="l" defTabSz="932563" rtl="0" eaLnBrk="1" latinLnBrk="0" hangingPunct="1"/>
                      <a:r>
                        <a:rPr lang="en-US" sz="1000" kern="1200" dirty="0">
                          <a:solidFill>
                            <a:schemeClr val="tx1"/>
                          </a:solidFill>
                          <a:latin typeface="+mn-lt"/>
                          <a:ea typeface="+mn-ea"/>
                          <a:cs typeface="+mn-cs"/>
                        </a:rPr>
                        <a:t>4.0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algn="l" defTabSz="932563" rtl="0" eaLnBrk="1" latinLnBrk="0" hangingPunct="1"/>
                      <a:r>
                        <a:rPr lang="en-US" sz="1000" kern="1200" dirty="0">
                          <a:solidFill>
                            <a:schemeClr val="tx1"/>
                          </a:solidFill>
                          <a:latin typeface="+mn-lt"/>
                          <a:ea typeface="+mn-ea"/>
                          <a:cs typeface="+mn-cs"/>
                        </a:rPr>
                        <a:t>July 2021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François van Hemert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algn="l" defTabSz="932563" rtl="0" eaLnBrk="1" latinLnBrk="0" hangingPunct="1"/>
                      <a:r>
                        <a:rPr lang="en-US" sz="1000" kern="1200" dirty="0">
                          <a:solidFill>
                            <a:schemeClr val="tx1"/>
                          </a:solidFill>
                          <a:latin typeface="+mn-lt"/>
                          <a:ea typeface="+mn-ea"/>
                          <a:cs typeface="+mn-cs"/>
                        </a:rPr>
                        <a:t>Workshop split, update to align with new narrative, rebranding, updates to guidance and update to latest product versions.</a:t>
                      </a:r>
                      <a:endParaRPr lang="nl-NL" sz="1000" kern="1200" dirty="0">
                        <a:solidFill>
                          <a:schemeClr val="tx1"/>
                        </a:solidFill>
                        <a:latin typeface="+mn-lt"/>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extLst>
                  <a:ext uri="{0D108BD9-81ED-4DB2-BD59-A6C34878D82A}">
                    <a16:rowId xmlns:a16="http://schemas.microsoft.com/office/drawing/2014/main" val="4202130073"/>
                  </a:ext>
                </a:extLst>
              </a:tr>
              <a:tr h="213702">
                <a:tc>
                  <a:txBody>
                    <a:bodyPr/>
                    <a:lstStyle/>
                    <a:p>
                      <a:pPr marL="0" algn="l" defTabSz="932563" rtl="0" eaLnBrk="1" latinLnBrk="0" hangingPunct="1"/>
                      <a:r>
                        <a:rPr lang="en-US" sz="1000" kern="1200" dirty="0">
                          <a:solidFill>
                            <a:schemeClr val="tx1"/>
                          </a:solidFill>
                          <a:latin typeface="+mn-lt"/>
                          <a:ea typeface="+mn-ea"/>
                          <a:cs typeface="+mn-cs"/>
                        </a:rPr>
                        <a:t>4.1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algn="l" defTabSz="932563" rtl="0" eaLnBrk="1" latinLnBrk="0" hangingPunct="1"/>
                      <a:r>
                        <a:rPr lang="en-US" sz="1000" kern="1200" dirty="0">
                          <a:solidFill>
                            <a:schemeClr val="tx1"/>
                          </a:solidFill>
                          <a:latin typeface="+mn-lt"/>
                          <a:ea typeface="+mn-ea"/>
                          <a:cs typeface="+mn-cs"/>
                        </a:rPr>
                        <a:t>January 2022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François van Hemert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algn="l"/>
                      <a:r>
                        <a:rPr lang="en-US" sz="1000" dirty="0">
                          <a:solidFill>
                            <a:schemeClr val="tx1"/>
                          </a:solidFill>
                        </a:rPr>
                        <a:t>Introduced the Privacy Risk Management module</a:t>
                      </a:r>
                    </a:p>
                    <a:p>
                      <a:pPr marL="0" marR="0" lvl="0" indent="0" algn="l" defTabSz="932742" rtl="0" eaLnBrk="1" fontAlgn="auto" latinLnBrk="0" hangingPunct="1">
                        <a:lnSpc>
                          <a:spcPct val="100000"/>
                        </a:lnSpc>
                        <a:spcBef>
                          <a:spcPts val="0"/>
                        </a:spcBef>
                        <a:spcAft>
                          <a:spcPts val="0"/>
                        </a:spcAft>
                        <a:buClrTx/>
                        <a:buSzTx/>
                        <a:buFontTx/>
                        <a:buNone/>
                        <a:tabLst/>
                        <a:defRPr/>
                      </a:pPr>
                      <a:r>
                        <a:rPr lang="en-US" sz="1000" dirty="0">
                          <a:solidFill>
                            <a:schemeClr val="tx1"/>
                          </a:solidFill>
                        </a:rPr>
                        <a:t>Update with Compliance Manager Premium Assessments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extLst>
                  <a:ext uri="{0D108BD9-81ED-4DB2-BD59-A6C34878D82A}">
                    <a16:rowId xmlns:a16="http://schemas.microsoft.com/office/drawing/2014/main" val="4020443751"/>
                  </a:ext>
                </a:extLst>
              </a:tr>
              <a:tr h="213702">
                <a:tc>
                  <a:txBody>
                    <a:bodyPr/>
                    <a:lstStyle/>
                    <a:p>
                      <a:pPr marL="0" algn="l" defTabSz="932563" rtl="0" eaLnBrk="1" latinLnBrk="0" hangingPunct="1"/>
                      <a:r>
                        <a:rPr lang="en-US" sz="1000" kern="1200" dirty="0">
                          <a:solidFill>
                            <a:schemeClr val="tx1"/>
                          </a:solidFill>
                          <a:latin typeface="+mn-lt"/>
                          <a:ea typeface="+mn-ea"/>
                          <a:cs typeface="+mn-cs"/>
                        </a:rPr>
                        <a:t>4.2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algn="l" defTabSz="932563" rtl="0" eaLnBrk="1" latinLnBrk="0" hangingPunct="1"/>
                      <a:r>
                        <a:rPr lang="en-US" sz="1000" kern="1200" dirty="0">
                          <a:solidFill>
                            <a:schemeClr val="tx1"/>
                          </a:solidFill>
                          <a:latin typeface="+mn-lt"/>
                          <a:ea typeface="+mn-ea"/>
                          <a:cs typeface="+mn-cs"/>
                        </a:rPr>
                        <a:t>July 2022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François van Hemert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dirty="0">
                          <a:solidFill>
                            <a:schemeClr val="tx1"/>
                          </a:solidFill>
                        </a:rPr>
                        <a:t>Purview / </a:t>
                      </a:r>
                      <a:r>
                        <a:rPr lang="en-US" sz="1000" dirty="0" err="1">
                          <a:solidFill>
                            <a:schemeClr val="tx1"/>
                          </a:solidFill>
                        </a:rPr>
                        <a:t>Priva</a:t>
                      </a:r>
                      <a:r>
                        <a:rPr lang="en-US" sz="1000" dirty="0">
                          <a:solidFill>
                            <a:schemeClr val="tx1"/>
                          </a:solidFill>
                        </a:rPr>
                        <a:t> rebranding, naming update and evergreen</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extLst>
                  <a:ext uri="{0D108BD9-81ED-4DB2-BD59-A6C34878D82A}">
                    <a16:rowId xmlns:a16="http://schemas.microsoft.com/office/drawing/2014/main" val="2077548571"/>
                  </a:ext>
                </a:extLst>
              </a:tr>
              <a:tr h="213702">
                <a:tc>
                  <a:txBody>
                    <a:bodyPr/>
                    <a:lstStyle/>
                    <a:p>
                      <a:pPr marL="0" algn="l" defTabSz="932563" rtl="0" eaLnBrk="1" latinLnBrk="0" hangingPunct="1"/>
                      <a:r>
                        <a:rPr lang="en-US" sz="1000" kern="1200" dirty="0">
                          <a:solidFill>
                            <a:schemeClr val="tx1"/>
                          </a:solidFill>
                          <a:latin typeface="+mn-lt"/>
                          <a:ea typeface="+mn-ea"/>
                          <a:cs typeface="+mn-cs"/>
                        </a:rPr>
                        <a:t>4.2.1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algn="l" defTabSz="932563" rtl="0" eaLnBrk="1" latinLnBrk="0" hangingPunct="1"/>
                      <a:r>
                        <a:rPr lang="en-US" sz="1000" kern="1200" dirty="0">
                          <a:solidFill>
                            <a:schemeClr val="tx1"/>
                          </a:solidFill>
                          <a:latin typeface="+mn-lt"/>
                          <a:ea typeface="+mn-ea"/>
                          <a:cs typeface="+mn-cs"/>
                        </a:rPr>
                        <a:t>September 2022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Jim Banach</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dirty="0">
                          <a:solidFill>
                            <a:schemeClr val="tx1"/>
                          </a:solidFill>
                        </a:rPr>
                        <a:t>Text formatting updates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extLst>
                  <a:ext uri="{0D108BD9-81ED-4DB2-BD59-A6C34878D82A}">
                    <a16:rowId xmlns:a16="http://schemas.microsoft.com/office/drawing/2014/main" val="1582292636"/>
                  </a:ext>
                </a:extLst>
              </a:tr>
              <a:tr h="213702">
                <a:tc>
                  <a:txBody>
                    <a:bodyPr/>
                    <a:lstStyle/>
                    <a:p>
                      <a:pPr marL="0" algn="l" defTabSz="932563" rtl="0" eaLnBrk="1" latinLnBrk="0" hangingPunct="1"/>
                      <a:r>
                        <a:rPr lang="en-US" sz="1000" kern="1200" dirty="0">
                          <a:solidFill>
                            <a:schemeClr val="tx1"/>
                          </a:solidFill>
                          <a:latin typeface="+mn-lt"/>
                          <a:ea typeface="+mn-ea"/>
                          <a:cs typeface="+mn-cs"/>
                        </a:rPr>
                        <a:t>4.2.2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algn="l" defTabSz="932563" rtl="0" eaLnBrk="1" latinLnBrk="0" hangingPunct="1"/>
                      <a:r>
                        <a:rPr lang="en-US" sz="1000" kern="1200" dirty="0">
                          <a:solidFill>
                            <a:schemeClr val="tx1"/>
                          </a:solidFill>
                          <a:latin typeface="+mn-lt"/>
                          <a:ea typeface="+mn-ea"/>
                          <a:cs typeface="+mn-cs"/>
                        </a:rPr>
                        <a:t>January 2023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Jim Banach</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dirty="0">
                          <a:solidFill>
                            <a:schemeClr val="tx1"/>
                          </a:solidFill>
                        </a:rPr>
                        <a:t>Update Privacy Risk Management scenario names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extLst>
                  <a:ext uri="{0D108BD9-81ED-4DB2-BD59-A6C34878D82A}">
                    <a16:rowId xmlns:a16="http://schemas.microsoft.com/office/drawing/2014/main" val="3184398820"/>
                  </a:ext>
                </a:extLst>
              </a:tr>
              <a:tr h="213702">
                <a:tc>
                  <a:txBody>
                    <a:bodyPr/>
                    <a:lstStyle/>
                    <a:p>
                      <a:pPr marL="0" algn="l" defTabSz="932563" rtl="0" eaLnBrk="1" latinLnBrk="0" hangingPunct="1"/>
                      <a:r>
                        <a:rPr lang="en-US" sz="1000" kern="1200" dirty="0">
                          <a:solidFill>
                            <a:schemeClr val="tx1"/>
                          </a:solidFill>
                          <a:latin typeface="+mn-lt"/>
                          <a:ea typeface="+mn-ea"/>
                          <a:cs typeface="+mn-cs"/>
                        </a:rPr>
                        <a:t>6.0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algn="l" defTabSz="932563" rtl="0" eaLnBrk="1" latinLnBrk="0" hangingPunct="1"/>
                      <a:r>
                        <a:rPr lang="en-US" sz="1000" kern="1200" dirty="0">
                          <a:solidFill>
                            <a:schemeClr val="tx1"/>
                          </a:solidFill>
                          <a:latin typeface="+mn-lt"/>
                          <a:ea typeface="+mn-ea"/>
                          <a:cs typeface="+mn-cs"/>
                        </a:rPr>
                        <a:t>August 2023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François van Hemert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Workshop merge, align with FY24 solution play, focus on Data Security.</a:t>
                      </a:r>
                      <a:endParaRPr lang="en-NL" sz="1000" kern="1200" dirty="0">
                        <a:solidFill>
                          <a:schemeClr val="tx1"/>
                        </a:solidFill>
                        <a:latin typeface="+mn-lt"/>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extLst>
                  <a:ext uri="{0D108BD9-81ED-4DB2-BD59-A6C34878D82A}">
                    <a16:rowId xmlns:a16="http://schemas.microsoft.com/office/drawing/2014/main" val="3437328161"/>
                  </a:ext>
                </a:extLst>
              </a:tr>
              <a:tr h="0">
                <a:tc>
                  <a:txBody>
                    <a:bodyPr/>
                    <a:lstStyle/>
                    <a:p>
                      <a:pPr marL="0" algn="l" defTabSz="932563" rtl="0" eaLnBrk="1" latinLnBrk="0" hangingPunct="1"/>
                      <a:r>
                        <a:rPr lang="en-US" sz="1000" kern="1200" dirty="0">
                          <a:solidFill>
                            <a:schemeClr val="tx1"/>
                          </a:solidFill>
                          <a:latin typeface="+mn-lt"/>
                          <a:ea typeface="+mn-ea"/>
                          <a:cs typeface="+mn-cs"/>
                        </a:rPr>
                        <a:t>6.5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algn="l" defTabSz="932563" rtl="0" eaLnBrk="1" latinLnBrk="0" hangingPunct="1"/>
                      <a:r>
                        <a:rPr lang="en-US" sz="1000" kern="1200" dirty="0">
                          <a:solidFill>
                            <a:schemeClr val="tx1"/>
                          </a:solidFill>
                          <a:latin typeface="+mn-lt"/>
                          <a:ea typeface="+mn-ea"/>
                          <a:cs typeface="+mn-cs"/>
                        </a:rPr>
                        <a:t>July 2024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François van Hemert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Update narrative to align with FY25 solution play</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extLst>
                  <a:ext uri="{0D108BD9-81ED-4DB2-BD59-A6C34878D82A}">
                    <a16:rowId xmlns:a16="http://schemas.microsoft.com/office/drawing/2014/main" val="1343377837"/>
                  </a:ext>
                </a:extLst>
              </a:tr>
              <a:tr h="0">
                <a:tc>
                  <a:txBody>
                    <a:bodyPr/>
                    <a:lstStyle/>
                    <a:p>
                      <a:pPr marL="0" algn="l" defTabSz="932563" rtl="0" eaLnBrk="1" latinLnBrk="0" hangingPunct="1"/>
                      <a:r>
                        <a:rPr lang="en-US" sz="1000" kern="1200" dirty="0">
                          <a:solidFill>
                            <a:schemeClr val="tx1"/>
                          </a:solidFill>
                          <a:latin typeface="+mn-lt"/>
                          <a:ea typeface="+mn-ea"/>
                          <a:cs typeface="+mn-cs"/>
                        </a:rPr>
                        <a:t>6.6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algn="l" defTabSz="932563" rtl="0" eaLnBrk="1" latinLnBrk="0" hangingPunct="1"/>
                      <a:r>
                        <a:rPr lang="en-US" sz="1000" kern="1200" dirty="0">
                          <a:solidFill>
                            <a:schemeClr val="tx1"/>
                          </a:solidFill>
                          <a:latin typeface="+mn-lt"/>
                          <a:ea typeface="+mn-ea"/>
                          <a:cs typeface="+mn-cs"/>
                        </a:rPr>
                        <a:t>October 2024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François van Hemert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Version number update for alignment, no content changes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extLst>
                  <a:ext uri="{0D108BD9-81ED-4DB2-BD59-A6C34878D82A}">
                    <a16:rowId xmlns:a16="http://schemas.microsoft.com/office/drawing/2014/main" val="1007913530"/>
                  </a:ext>
                </a:extLst>
              </a:tr>
              <a:tr h="0">
                <a:tc>
                  <a:txBody>
                    <a:bodyPr/>
                    <a:lstStyle/>
                    <a:p>
                      <a:pPr marL="0" algn="l" defTabSz="932563" rtl="0" eaLnBrk="1" latinLnBrk="0" hangingPunct="1"/>
                      <a:r>
                        <a:rPr lang="en-US" sz="1000" kern="1200" dirty="0">
                          <a:solidFill>
                            <a:schemeClr val="tx1"/>
                          </a:solidFill>
                          <a:latin typeface="+mn-lt"/>
                          <a:ea typeface="+mn-ea"/>
                          <a:cs typeface="+mn-cs"/>
                        </a:rPr>
                        <a:t>7.0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algn="l" defTabSz="932563" rtl="0" eaLnBrk="1" latinLnBrk="0" hangingPunct="1"/>
                      <a:r>
                        <a:rPr lang="en-US" sz="1000" kern="1200" dirty="0">
                          <a:solidFill>
                            <a:schemeClr val="tx1"/>
                          </a:solidFill>
                          <a:latin typeface="+mn-lt"/>
                          <a:ea typeface="+mn-ea"/>
                          <a:cs typeface="+mn-cs"/>
                        </a:rPr>
                        <a:t>January 2025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François van Hemert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Added Data security for generative AI module</a:t>
                      </a:r>
                      <a:endParaRPr lang="nl-NL" sz="1000" kern="1200" dirty="0">
                        <a:solidFill>
                          <a:schemeClr val="tx1"/>
                        </a:solidFill>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extLst>
                  <a:ext uri="{0D108BD9-81ED-4DB2-BD59-A6C34878D82A}">
                    <a16:rowId xmlns:a16="http://schemas.microsoft.com/office/drawing/2014/main" val="3540073119"/>
                  </a:ext>
                </a:extLst>
              </a:tr>
              <a:tr h="0">
                <a:tc>
                  <a:txBody>
                    <a:bodyPr/>
                    <a:lstStyle/>
                    <a:p>
                      <a:pPr marL="0" algn="l" defTabSz="932563" rtl="0" eaLnBrk="1" latinLnBrk="0" hangingPunct="1"/>
                      <a:r>
                        <a:rPr lang="en-US" sz="1000" kern="1200" dirty="0">
                          <a:solidFill>
                            <a:schemeClr val="tx1"/>
                          </a:solidFill>
                          <a:latin typeface="+mn-lt"/>
                          <a:ea typeface="+mn-ea"/>
                          <a:cs typeface="+mn-cs"/>
                        </a:rPr>
                        <a:t>7.1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algn="l" defTabSz="932563" rtl="0" eaLnBrk="1" latinLnBrk="0" hangingPunct="1"/>
                      <a:r>
                        <a:rPr lang="en-US" sz="1000" kern="1200" dirty="0">
                          <a:solidFill>
                            <a:schemeClr val="tx1"/>
                          </a:solidFill>
                          <a:latin typeface="+mn-lt"/>
                          <a:ea typeface="+mn-ea"/>
                          <a:cs typeface="+mn-cs"/>
                        </a:rPr>
                        <a:t>May 2025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François van Hemert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Version number update, no further changes</a:t>
                      </a:r>
                      <a:endParaRPr lang="nl-NL" sz="1000" kern="1200" dirty="0">
                        <a:solidFill>
                          <a:schemeClr val="tx1"/>
                        </a:solidFill>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extLst>
                  <a:ext uri="{0D108BD9-81ED-4DB2-BD59-A6C34878D82A}">
                    <a16:rowId xmlns:a16="http://schemas.microsoft.com/office/drawing/2014/main" val="4196792638"/>
                  </a:ext>
                </a:extLst>
              </a:tr>
              <a:tr h="0">
                <a:tc>
                  <a:txBody>
                    <a:bodyPr/>
                    <a:lstStyle/>
                    <a:p>
                      <a:pPr marL="0" algn="l" defTabSz="932563" rtl="0" eaLnBrk="1" latinLnBrk="0" hangingPunct="1"/>
                      <a:r>
                        <a:rPr lang="en-US" sz="1000" kern="1200" dirty="0">
                          <a:solidFill>
                            <a:schemeClr val="tx1"/>
                          </a:solidFill>
                          <a:latin typeface="+mn-lt"/>
                          <a:ea typeface="+mn-ea"/>
                          <a:cs typeface="+mn-cs"/>
                        </a:rPr>
                        <a:t>8.0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algn="l" defTabSz="932563" rtl="0" eaLnBrk="1" latinLnBrk="0" hangingPunct="1"/>
                      <a:r>
                        <a:rPr lang="en-US" sz="1000" kern="1200" dirty="0">
                          <a:solidFill>
                            <a:schemeClr val="tx1"/>
                          </a:solidFill>
                          <a:latin typeface="+mn-lt"/>
                          <a:ea typeface="+mn-ea"/>
                          <a:cs typeface="+mn-cs"/>
                        </a:rPr>
                        <a:t>Juli 2025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François van Hemert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Update to align with current product features and functionality (evergreen), update name, update branding.</a:t>
                      </a:r>
                      <a:endParaRPr lang="nl-NL" sz="1000" kern="1200" dirty="0">
                        <a:solidFill>
                          <a:schemeClr val="tx1"/>
                        </a:solidFill>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extLst>
                  <a:ext uri="{0D108BD9-81ED-4DB2-BD59-A6C34878D82A}">
                    <a16:rowId xmlns:a16="http://schemas.microsoft.com/office/drawing/2014/main" val="4006523124"/>
                  </a:ext>
                </a:extLst>
              </a:tr>
              <a:tr h="0">
                <a:tc>
                  <a:txBody>
                    <a:bodyPr/>
                    <a:lstStyle/>
                    <a:p>
                      <a:pPr marL="0" algn="l" defTabSz="932563" rtl="0" eaLnBrk="1" latinLnBrk="0" hangingPunct="1"/>
                      <a:r>
                        <a:rPr lang="en-US" sz="1000" kern="1200" dirty="0">
                          <a:solidFill>
                            <a:schemeClr val="tx1"/>
                          </a:solidFill>
                          <a:latin typeface="+mn-lt"/>
                          <a:ea typeface="+mn-ea"/>
                          <a:cs typeface="+mn-cs"/>
                        </a:rPr>
                        <a:t>8.5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algn="l" defTabSz="932563" rtl="0" eaLnBrk="1" latinLnBrk="0" hangingPunct="1"/>
                      <a:r>
                        <a:rPr lang="en-US" sz="1000" kern="1200" dirty="0">
                          <a:solidFill>
                            <a:schemeClr val="tx1"/>
                          </a:solidFill>
                          <a:latin typeface="+mn-lt"/>
                          <a:ea typeface="+mn-ea"/>
                          <a:cs typeface="+mn-cs"/>
                        </a:rPr>
                        <a:t>January 2025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François van Hemert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mn-lt"/>
                          <a:ea typeface="+mn-ea"/>
                          <a:cs typeface="+mn-cs"/>
                        </a:rPr>
                        <a:t>Update to align with current product features and functionality (evergreen)</a:t>
                      </a:r>
                      <a:endParaRPr lang="nl-NL" sz="1000" kern="1200" dirty="0">
                        <a:solidFill>
                          <a:schemeClr val="tx1"/>
                        </a:solidFill>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alpha val="0"/>
                      </a:schemeClr>
                    </a:solidFill>
                  </a:tcPr>
                </a:tc>
                <a:extLst>
                  <a:ext uri="{0D108BD9-81ED-4DB2-BD59-A6C34878D82A}">
                    <a16:rowId xmlns:a16="http://schemas.microsoft.com/office/drawing/2014/main" val="1175137180"/>
                  </a:ext>
                </a:extLst>
              </a:tr>
            </a:tbl>
          </a:graphicData>
        </a:graphic>
      </p:graphicFrame>
      <p:sp>
        <p:nvSpPr>
          <p:cNvPr id="8" name="Text Placeholder 5">
            <a:extLst>
              <a:ext uri="{FF2B5EF4-FFF2-40B4-BE49-F238E27FC236}">
                <a16:creationId xmlns:a16="http://schemas.microsoft.com/office/drawing/2014/main" id="{0DA46E67-668D-40AF-8128-F1610FCB75E1}"/>
              </a:ext>
            </a:extLst>
          </p:cNvPr>
          <p:cNvSpPr txBox="1">
            <a:spLocks/>
          </p:cNvSpPr>
          <p:nvPr/>
        </p:nvSpPr>
        <p:spPr>
          <a:xfrm>
            <a:off x="552" y="9494659"/>
            <a:ext cx="7771298" cy="563741"/>
          </a:xfrm>
          <a:prstGeom prst="rect">
            <a:avLst/>
          </a:prstGeom>
          <a:solidFill>
            <a:srgbClr val="FFFF00"/>
          </a:solidFill>
        </p:spPr>
        <p:txBody>
          <a:bodyPr vert="horz" wrap="square" lIns="99090" tIns="49545" rIns="99090" bIns="49545" rtlCol="0" anchor="ctr" anchorCtr="0">
            <a:noAutofit/>
          </a:bodyPr>
          <a:lstStyle>
            <a:lvl1pPr marL="228600" indent="-228600" algn="r" defTabSz="914400" rtl="0" eaLnBrk="1" latinLnBrk="0" hangingPunct="1">
              <a:lnSpc>
                <a:spcPct val="90000"/>
              </a:lnSpc>
              <a:spcBef>
                <a:spcPts val="1000"/>
              </a:spcBef>
              <a:buFont typeface="Arial" pitchFamily="34" charset="0"/>
              <a:buNone/>
              <a:defRPr sz="3627" kern="1200"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5718" indent="-145718" algn="ctr" defTabSz="582873">
              <a:spcBef>
                <a:spcPts val="637"/>
              </a:spcBef>
              <a:defRPr/>
            </a:pPr>
            <a:r>
              <a:rPr lang="en-US" sz="2400" spc="-32" dirty="0">
                <a:solidFill>
                  <a:schemeClr val="bg1"/>
                </a:solidFill>
              </a:rPr>
              <a:t>Please keep this page up to date!</a:t>
            </a:r>
          </a:p>
        </p:txBody>
      </p:sp>
      <p:grpSp>
        <p:nvGrpSpPr>
          <p:cNvPr id="10" name="Group 9">
            <a:extLst>
              <a:ext uri="{FF2B5EF4-FFF2-40B4-BE49-F238E27FC236}">
                <a16:creationId xmlns:a16="http://schemas.microsoft.com/office/drawing/2014/main" id="{279B5055-755B-4BD7-ACC6-B321248BFC2D}"/>
              </a:ext>
              <a:ext uri="{C183D7F6-B498-43B3-948B-1728B52AA6E4}">
                <adec:decorative xmlns:adec="http://schemas.microsoft.com/office/drawing/2017/decorative" val="1"/>
              </a:ext>
            </a:extLst>
          </p:cNvPr>
          <p:cNvGrpSpPr/>
          <p:nvPr/>
        </p:nvGrpSpPr>
        <p:grpSpPr>
          <a:xfrm rot="5400000">
            <a:off x="6448306" y="-23398"/>
            <a:ext cx="1305333" cy="1341767"/>
            <a:chOff x="8550043" y="3309871"/>
            <a:chExt cx="2047871" cy="2105031"/>
          </a:xfrm>
          <a:solidFill>
            <a:schemeClr val="tx1"/>
          </a:solidFill>
        </p:grpSpPr>
        <p:sp>
          <p:nvSpPr>
            <p:cNvPr id="11" name="Diagonal Stripe 10">
              <a:extLst>
                <a:ext uri="{FF2B5EF4-FFF2-40B4-BE49-F238E27FC236}">
                  <a16:creationId xmlns:a16="http://schemas.microsoft.com/office/drawing/2014/main" id="{055EAE47-024F-489F-9888-D44AC655FB2A}"/>
                </a:ext>
              </a:extLst>
            </p:cNvPr>
            <p:cNvSpPr/>
            <p:nvPr/>
          </p:nvSpPr>
          <p:spPr bwMode="auto">
            <a:xfrm>
              <a:off x="8550043" y="3309871"/>
              <a:ext cx="2047871" cy="2105031"/>
            </a:xfrm>
            <a:prstGeom prst="diagStripe">
              <a:avLst>
                <a:gd name="adj" fmla="val 57240"/>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9142" tIns="29142" rIns="29142" bIns="29142" numCol="1" spcCol="0" rtlCol="0" fromWordArt="0" anchor="ctr" anchorCtr="0" forceAA="0" compatLnSpc="1">
              <a:prstTxWarp prst="textNoShape">
                <a:avLst/>
              </a:prstTxWarp>
              <a:noAutofit/>
            </a:bodyPr>
            <a:lstStyle/>
            <a:p>
              <a:pPr algn="ctr" defTabSz="582681" fontAlgn="base">
                <a:spcBef>
                  <a:spcPct val="0"/>
                </a:spcBef>
                <a:spcAft>
                  <a:spcPct val="0"/>
                </a:spcAft>
                <a:defRPr/>
              </a:pPr>
              <a:endParaRPr lang="de-AT" sz="1530">
                <a:solidFill>
                  <a:srgbClr val="FFFFFF"/>
                </a:solidFill>
                <a:latin typeface="Segoe UI"/>
                <a:ea typeface="Segoe UI" pitchFamily="34" charset="0"/>
                <a:cs typeface="Segoe UI" pitchFamily="34" charset="0"/>
              </a:endParaRPr>
            </a:p>
          </p:txBody>
        </p:sp>
        <p:sp>
          <p:nvSpPr>
            <p:cNvPr id="12" name="TextBox 11">
              <a:extLst>
                <a:ext uri="{FF2B5EF4-FFF2-40B4-BE49-F238E27FC236}">
                  <a16:creationId xmlns:a16="http://schemas.microsoft.com/office/drawing/2014/main" id="{8660D926-8198-4CE9-8A22-02185C25CA36}"/>
                </a:ext>
              </a:extLst>
            </p:cNvPr>
            <p:cNvSpPr txBox="1"/>
            <p:nvPr/>
          </p:nvSpPr>
          <p:spPr>
            <a:xfrm rot="18859501">
              <a:off x="8758327" y="4030112"/>
              <a:ext cx="1209654" cy="241427"/>
            </a:xfrm>
            <a:prstGeom prst="rect">
              <a:avLst/>
            </a:prstGeom>
            <a:grpFill/>
          </p:spPr>
          <p:txBody>
            <a:bodyPr wrap="none" lIns="0" tIns="0" rIns="0" bIns="0" rtlCol="0">
              <a:spAutoFit/>
            </a:bodyPr>
            <a:lstStyle/>
            <a:p>
              <a:pPr defTabSz="582852">
                <a:defRPr/>
              </a:pPr>
              <a:r>
                <a:rPr lang="en-US" sz="1000" b="1" dirty="0">
                  <a:solidFill>
                    <a:schemeClr val="bg1"/>
                  </a:solidFill>
                  <a:latin typeface="Segoe UI"/>
                </a:rPr>
                <a:t>Hidden Slide</a:t>
              </a:r>
              <a:endParaRPr lang="de-AT" sz="1000" b="1" dirty="0">
                <a:solidFill>
                  <a:schemeClr val="bg1"/>
                </a:solidFill>
                <a:latin typeface="Segoe UI"/>
              </a:endParaRPr>
            </a:p>
          </p:txBody>
        </p:sp>
      </p:grpSp>
      <p:grpSp>
        <p:nvGrpSpPr>
          <p:cNvPr id="3" name="Group 2">
            <a:extLst>
              <a:ext uri="{FF2B5EF4-FFF2-40B4-BE49-F238E27FC236}">
                <a16:creationId xmlns:a16="http://schemas.microsoft.com/office/drawing/2014/main" id="{9BC33246-D66B-40CB-BD34-073F32CBD768}"/>
              </a:ext>
              <a:ext uri="{C183D7F6-B498-43B3-948B-1728B52AA6E4}">
                <adec:decorative xmlns:adec="http://schemas.microsoft.com/office/drawing/2017/decorative" val="1"/>
              </a:ext>
            </a:extLst>
          </p:cNvPr>
          <p:cNvGrpSpPr/>
          <p:nvPr/>
        </p:nvGrpSpPr>
        <p:grpSpPr>
          <a:xfrm>
            <a:off x="-745433" y="12677"/>
            <a:ext cx="687003" cy="10033048"/>
            <a:chOff x="-745433" y="12677"/>
            <a:chExt cx="687003" cy="10033048"/>
          </a:xfrm>
        </p:grpSpPr>
        <p:sp>
          <p:nvSpPr>
            <p:cNvPr id="14" name="Rectangle 13">
              <a:extLst>
                <a:ext uri="{FF2B5EF4-FFF2-40B4-BE49-F238E27FC236}">
                  <a16:creationId xmlns:a16="http://schemas.microsoft.com/office/drawing/2014/main" id="{0BD26C6E-95C4-4413-A137-DC201D204D80}"/>
                </a:ext>
              </a:extLst>
            </p:cNvPr>
            <p:cNvSpPr/>
            <p:nvPr/>
          </p:nvSpPr>
          <p:spPr bwMode="auto">
            <a:xfrm>
              <a:off x="-723479" y="12677"/>
              <a:ext cx="643095" cy="10033048"/>
            </a:xfrm>
            <a:prstGeom prst="rect">
              <a:avLst/>
            </a:prstGeom>
            <a:solidFill>
              <a:srgbClr val="FFFFFF">
                <a:lumMod val="85000"/>
              </a:srgbClr>
            </a:solidFill>
            <a:ln w="57150" cap="flat" cmpd="sng" algn="ctr">
              <a:solidFill>
                <a:srgbClr val="FFFFFF">
                  <a:lumMod val="85000"/>
                </a:srgbClr>
              </a:solidFill>
              <a:prstDash val="solid"/>
              <a:headEnd type="none" w="med" len="med"/>
              <a:tailEnd type="none" w="med" len="med"/>
            </a:ln>
            <a:effectLst/>
          </p:spPr>
          <p:txBody>
            <a:bodyPr vert="vert270" wrap="square" lIns="0" tIns="46637" rIns="0" bIns="46637" numCol="1" rtlCol="0" anchor="ctr" anchorCtr="0" compatLnSpc="1">
              <a:prstTxWarp prst="textNoShape">
                <a:avLst/>
              </a:prstTxWarp>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a:ln>
                    <a:noFill/>
                  </a:ln>
                  <a:solidFill>
                    <a:srgbClr val="1A1A1A"/>
                  </a:solidFill>
                  <a:effectLst/>
                  <a:uLnTx/>
                  <a:uFillTx/>
                  <a:latin typeface="Segoe UI"/>
                  <a:ea typeface="+mn-ea"/>
                  <a:cs typeface="+mn-cs"/>
                </a:rPr>
                <a:t>MASTER SLIDE - UPDATE IN THIS DECK</a:t>
              </a:r>
            </a:p>
          </p:txBody>
        </p:sp>
        <p:pic>
          <p:nvPicPr>
            <p:cNvPr id="15" name="Graphic 14" descr="Warning">
              <a:extLst>
                <a:ext uri="{FF2B5EF4-FFF2-40B4-BE49-F238E27FC236}">
                  <a16:creationId xmlns:a16="http://schemas.microsoft.com/office/drawing/2014/main" id="{A7FC1F2A-40DA-432A-B94D-4816E7A6CFC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744797" y="9359357"/>
              <a:ext cx="685731" cy="687003"/>
            </a:xfrm>
            <a:prstGeom prst="rect">
              <a:avLst/>
            </a:prstGeom>
          </p:spPr>
        </p:pic>
      </p:grpSp>
    </p:spTree>
    <p:extLst>
      <p:ext uri="{BB962C8B-B14F-4D97-AF65-F5344CB8AC3E}">
        <p14:creationId xmlns:p14="http://schemas.microsoft.com/office/powerpoint/2010/main" val="12687091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7C871-BD1D-129F-199C-9CE7AF048499}"/>
            </a:ext>
          </a:extLst>
        </p:cNvPr>
        <p:cNvGrpSpPr/>
        <p:nvPr/>
      </p:nvGrpSpPr>
      <p:grpSpPr>
        <a:xfrm>
          <a:off x="0" y="0"/>
          <a:ext cx="0" cy="0"/>
          <a:chOff x="0" y="0"/>
          <a:chExt cx="0" cy="0"/>
        </a:xfrm>
      </p:grpSpPr>
      <p:grpSp>
        <p:nvGrpSpPr>
          <p:cNvPr id="88" name="Group 87">
            <a:extLst>
              <a:ext uri="{FF2B5EF4-FFF2-40B4-BE49-F238E27FC236}">
                <a16:creationId xmlns:a16="http://schemas.microsoft.com/office/drawing/2014/main" id="{E6E46B15-4761-081D-2642-112D3F386281}"/>
              </a:ext>
              <a:ext uri="{C183D7F6-B498-43B3-948B-1728B52AA6E4}">
                <adec:decorative xmlns:adec="http://schemas.microsoft.com/office/drawing/2017/decorative" val="1"/>
              </a:ext>
            </a:extLst>
          </p:cNvPr>
          <p:cNvGrpSpPr/>
          <p:nvPr/>
        </p:nvGrpSpPr>
        <p:grpSpPr>
          <a:xfrm>
            <a:off x="-7" y="6124575"/>
            <a:ext cx="7772407" cy="2016125"/>
            <a:chOff x="-7" y="6414439"/>
            <a:chExt cx="7772407" cy="2164412"/>
          </a:xfrm>
        </p:grpSpPr>
        <p:sp>
          <p:nvSpPr>
            <p:cNvPr id="41" name="Rectangle 40">
              <a:extLst>
                <a:ext uri="{FF2B5EF4-FFF2-40B4-BE49-F238E27FC236}">
                  <a16:creationId xmlns:a16="http://schemas.microsoft.com/office/drawing/2014/main" id="{5EB22A98-79D3-45CB-5006-3EF6E96D3A7C}"/>
                </a:ext>
              </a:extLst>
            </p:cNvPr>
            <p:cNvSpPr/>
            <p:nvPr/>
          </p:nvSpPr>
          <p:spPr>
            <a:xfrm>
              <a:off x="0" y="6414439"/>
              <a:ext cx="7772400" cy="21644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white"/>
                </a:solidFill>
                <a:effectLst/>
                <a:uLnTx/>
                <a:uFillTx/>
                <a:latin typeface="Segoe Sans Display"/>
                <a:ea typeface="+mn-ea"/>
                <a:cs typeface="+mn-cs"/>
              </a:endParaRPr>
            </a:p>
          </p:txBody>
        </p:sp>
        <p:pic>
          <p:nvPicPr>
            <p:cNvPr id="16" name="Picture 15">
              <a:extLst>
                <a:ext uri="{FF2B5EF4-FFF2-40B4-BE49-F238E27FC236}">
                  <a16:creationId xmlns:a16="http://schemas.microsoft.com/office/drawing/2014/main" id="{D03C12F5-C8CD-4F12-32E7-9FF650A4BBE8}"/>
                </a:ext>
              </a:extLst>
            </p:cNvPr>
            <p:cNvPicPr>
              <a:picLocks noChangeAspect="1"/>
            </p:cNvPicPr>
            <p:nvPr/>
          </p:nvPicPr>
          <p:blipFill>
            <a:blip r:embed="rId2">
              <a:alphaModFix amt="30000"/>
            </a:blip>
            <a:srcRect l="58947" t="37067" r="35368" b="54614"/>
            <a:stretch/>
          </p:blipFill>
          <p:spPr>
            <a:xfrm flipH="1">
              <a:off x="-7" y="6414439"/>
              <a:ext cx="7772395" cy="2159262"/>
            </a:xfrm>
            <a:prstGeom prst="rect">
              <a:avLst/>
            </a:prstGeom>
          </p:spPr>
        </p:pic>
      </p:grpSp>
      <p:grpSp>
        <p:nvGrpSpPr>
          <p:cNvPr id="87" name="Group 86">
            <a:extLst>
              <a:ext uri="{FF2B5EF4-FFF2-40B4-BE49-F238E27FC236}">
                <a16:creationId xmlns:a16="http://schemas.microsoft.com/office/drawing/2014/main" id="{97976464-5491-0B5C-490F-3167EB63A953}"/>
              </a:ext>
              <a:ext uri="{C183D7F6-B498-43B3-948B-1728B52AA6E4}">
                <adec:decorative xmlns:adec="http://schemas.microsoft.com/office/drawing/2017/decorative" val="1"/>
              </a:ext>
            </a:extLst>
          </p:cNvPr>
          <p:cNvGrpSpPr/>
          <p:nvPr/>
        </p:nvGrpSpPr>
        <p:grpSpPr>
          <a:xfrm>
            <a:off x="388620" y="7056120"/>
            <a:ext cx="1690197" cy="974629"/>
            <a:chOff x="388620" y="7056120"/>
            <a:chExt cx="1690197" cy="974629"/>
          </a:xfrm>
        </p:grpSpPr>
        <p:sp>
          <p:nvSpPr>
            <p:cNvPr id="6" name="Rectangle 5">
              <a:extLst>
                <a:ext uri="{FF2B5EF4-FFF2-40B4-BE49-F238E27FC236}">
                  <a16:creationId xmlns:a16="http://schemas.microsoft.com/office/drawing/2014/main" id="{39BEC064-E6C2-3E7E-DDAA-BBABB49960D0}"/>
                </a:ext>
              </a:extLst>
            </p:cNvPr>
            <p:cNvSpPr/>
            <p:nvPr/>
          </p:nvSpPr>
          <p:spPr>
            <a:xfrm>
              <a:off x="388620" y="7056120"/>
              <a:ext cx="1689003" cy="974629"/>
            </a:xfrm>
            <a:prstGeom prst="rect">
              <a:avLst/>
            </a:prstGeom>
            <a:solidFill>
              <a:schemeClr val="bg1"/>
            </a:solidFill>
            <a:ln>
              <a:noFill/>
            </a:ln>
            <a:effectLst>
              <a:outerShdw blurRad="50800" algn="ctr"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Display"/>
                <a:ea typeface="+mn-ea"/>
                <a:cs typeface="+mn-cs"/>
              </a:endParaRPr>
            </a:p>
          </p:txBody>
        </p:sp>
        <p:pic>
          <p:nvPicPr>
            <p:cNvPr id="50" name="Picture 49">
              <a:extLst>
                <a:ext uri="{FF2B5EF4-FFF2-40B4-BE49-F238E27FC236}">
                  <a16:creationId xmlns:a16="http://schemas.microsoft.com/office/drawing/2014/main" id="{14470894-3884-44FA-837B-FD1D870C2D68}"/>
                </a:ext>
              </a:extLst>
            </p:cNvPr>
            <p:cNvPicPr>
              <a:picLocks noChangeAspect="1"/>
            </p:cNvPicPr>
            <p:nvPr/>
          </p:nvPicPr>
          <p:blipFill>
            <a:blip r:embed="rId2"/>
            <a:srcRect l="69619" t="53182" r="29009" b="46322"/>
            <a:stretch>
              <a:fillRect/>
            </a:stretch>
          </p:blipFill>
          <p:spPr>
            <a:xfrm>
              <a:off x="388620" y="7948453"/>
              <a:ext cx="1690197" cy="82296"/>
            </a:xfrm>
            <a:prstGeom prst="rect">
              <a:avLst/>
            </a:prstGeom>
          </p:spPr>
        </p:pic>
      </p:grpSp>
      <p:grpSp>
        <p:nvGrpSpPr>
          <p:cNvPr id="89" name="Group 88">
            <a:extLst>
              <a:ext uri="{FF2B5EF4-FFF2-40B4-BE49-F238E27FC236}">
                <a16:creationId xmlns:a16="http://schemas.microsoft.com/office/drawing/2014/main" id="{59F603B9-C189-C7FC-C5BA-21D6F55F3004}"/>
              </a:ext>
              <a:ext uri="{C183D7F6-B498-43B3-948B-1728B52AA6E4}">
                <adec:decorative xmlns:adec="http://schemas.microsoft.com/office/drawing/2017/decorative" val="1"/>
              </a:ext>
            </a:extLst>
          </p:cNvPr>
          <p:cNvGrpSpPr/>
          <p:nvPr/>
        </p:nvGrpSpPr>
        <p:grpSpPr>
          <a:xfrm>
            <a:off x="2159428" y="7056120"/>
            <a:ext cx="1690197" cy="974629"/>
            <a:chOff x="2159428" y="7056120"/>
            <a:chExt cx="1690197" cy="974629"/>
          </a:xfrm>
        </p:grpSpPr>
        <p:sp>
          <p:nvSpPr>
            <p:cNvPr id="17" name="Rectangle 16">
              <a:extLst>
                <a:ext uri="{FF2B5EF4-FFF2-40B4-BE49-F238E27FC236}">
                  <a16:creationId xmlns:a16="http://schemas.microsoft.com/office/drawing/2014/main" id="{2D8C6854-A9C2-FFD6-D304-A6EA10BE789F}"/>
                </a:ext>
              </a:extLst>
            </p:cNvPr>
            <p:cNvSpPr/>
            <p:nvPr/>
          </p:nvSpPr>
          <p:spPr>
            <a:xfrm>
              <a:off x="2159429" y="7056120"/>
              <a:ext cx="1689003" cy="974629"/>
            </a:xfrm>
            <a:prstGeom prst="rect">
              <a:avLst/>
            </a:prstGeom>
            <a:solidFill>
              <a:schemeClr val="bg1"/>
            </a:solidFill>
            <a:ln>
              <a:noFill/>
            </a:ln>
            <a:effectLst>
              <a:outerShdw blurRad="50800" algn="ctr"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Display"/>
                <a:ea typeface="+mn-ea"/>
                <a:cs typeface="+mn-cs"/>
              </a:endParaRPr>
            </a:p>
          </p:txBody>
        </p:sp>
        <p:pic>
          <p:nvPicPr>
            <p:cNvPr id="51" name="Picture 50">
              <a:extLst>
                <a:ext uri="{FF2B5EF4-FFF2-40B4-BE49-F238E27FC236}">
                  <a16:creationId xmlns:a16="http://schemas.microsoft.com/office/drawing/2014/main" id="{AEED6F2B-4C77-97B9-F5D4-CE57D36CBFCD}"/>
                </a:ext>
              </a:extLst>
            </p:cNvPr>
            <p:cNvPicPr>
              <a:picLocks noChangeAspect="1"/>
            </p:cNvPicPr>
            <p:nvPr/>
          </p:nvPicPr>
          <p:blipFill>
            <a:blip r:embed="rId2"/>
            <a:srcRect l="71056" t="53182" r="27572" b="46322"/>
            <a:stretch>
              <a:fillRect/>
            </a:stretch>
          </p:blipFill>
          <p:spPr>
            <a:xfrm>
              <a:off x="2159428" y="7948453"/>
              <a:ext cx="1690197" cy="82296"/>
            </a:xfrm>
            <a:prstGeom prst="rect">
              <a:avLst/>
            </a:prstGeom>
          </p:spPr>
        </p:pic>
      </p:grpSp>
      <p:grpSp>
        <p:nvGrpSpPr>
          <p:cNvPr id="91" name="Group 90">
            <a:extLst>
              <a:ext uri="{FF2B5EF4-FFF2-40B4-BE49-F238E27FC236}">
                <a16:creationId xmlns:a16="http://schemas.microsoft.com/office/drawing/2014/main" id="{6648B636-EEC5-9AE1-B175-13084BA68C2B}"/>
              </a:ext>
              <a:ext uri="{C183D7F6-B498-43B3-948B-1728B52AA6E4}">
                <adec:decorative xmlns:adec="http://schemas.microsoft.com/office/drawing/2017/decorative" val="1"/>
              </a:ext>
            </a:extLst>
          </p:cNvPr>
          <p:cNvGrpSpPr/>
          <p:nvPr/>
        </p:nvGrpSpPr>
        <p:grpSpPr>
          <a:xfrm>
            <a:off x="3930236" y="7056120"/>
            <a:ext cx="1689004" cy="974629"/>
            <a:chOff x="3930236" y="7056120"/>
            <a:chExt cx="1689004" cy="974629"/>
          </a:xfrm>
        </p:grpSpPr>
        <p:sp>
          <p:nvSpPr>
            <p:cNvPr id="22" name="Rectangle 21">
              <a:extLst>
                <a:ext uri="{FF2B5EF4-FFF2-40B4-BE49-F238E27FC236}">
                  <a16:creationId xmlns:a16="http://schemas.microsoft.com/office/drawing/2014/main" id="{2FA5B182-7DD7-B3DA-E193-9F1B8F052A4D}"/>
                </a:ext>
              </a:extLst>
            </p:cNvPr>
            <p:cNvSpPr/>
            <p:nvPr/>
          </p:nvSpPr>
          <p:spPr>
            <a:xfrm>
              <a:off x="3930237" y="7056120"/>
              <a:ext cx="1689003" cy="974629"/>
            </a:xfrm>
            <a:prstGeom prst="rect">
              <a:avLst/>
            </a:prstGeom>
            <a:solidFill>
              <a:schemeClr val="bg1"/>
            </a:solidFill>
            <a:ln>
              <a:noFill/>
            </a:ln>
            <a:effectLst>
              <a:outerShdw blurRad="50800" algn="ctr"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Display"/>
                <a:ea typeface="+mn-ea"/>
                <a:cs typeface="+mn-cs"/>
              </a:endParaRPr>
            </a:p>
          </p:txBody>
        </p:sp>
        <p:pic>
          <p:nvPicPr>
            <p:cNvPr id="52" name="Picture 51">
              <a:extLst>
                <a:ext uri="{FF2B5EF4-FFF2-40B4-BE49-F238E27FC236}">
                  <a16:creationId xmlns:a16="http://schemas.microsoft.com/office/drawing/2014/main" id="{33C93D85-93F4-45E3-26B2-B87B5B7685CF}"/>
                </a:ext>
              </a:extLst>
            </p:cNvPr>
            <p:cNvPicPr>
              <a:picLocks noChangeAspect="1"/>
            </p:cNvPicPr>
            <p:nvPr/>
          </p:nvPicPr>
          <p:blipFill>
            <a:blip r:embed="rId2"/>
            <a:srcRect l="72494" t="53182" r="26135" b="46322"/>
            <a:stretch>
              <a:fillRect/>
            </a:stretch>
          </p:blipFill>
          <p:spPr>
            <a:xfrm>
              <a:off x="3930236" y="7948453"/>
              <a:ext cx="1689003" cy="82296"/>
            </a:xfrm>
            <a:prstGeom prst="rect">
              <a:avLst/>
            </a:prstGeom>
          </p:spPr>
        </p:pic>
      </p:grpSp>
      <p:grpSp>
        <p:nvGrpSpPr>
          <p:cNvPr id="92" name="Group 91">
            <a:extLst>
              <a:ext uri="{FF2B5EF4-FFF2-40B4-BE49-F238E27FC236}">
                <a16:creationId xmlns:a16="http://schemas.microsoft.com/office/drawing/2014/main" id="{7B80527E-2BCD-3B71-47E0-14F3A76DAA5C}"/>
              </a:ext>
              <a:ext uri="{C183D7F6-B498-43B3-948B-1728B52AA6E4}">
                <adec:decorative xmlns:adec="http://schemas.microsoft.com/office/drawing/2017/decorative" val="1"/>
              </a:ext>
            </a:extLst>
          </p:cNvPr>
          <p:cNvGrpSpPr/>
          <p:nvPr/>
        </p:nvGrpSpPr>
        <p:grpSpPr>
          <a:xfrm>
            <a:off x="5699848" y="7056120"/>
            <a:ext cx="1693075" cy="974629"/>
            <a:chOff x="5699848" y="7056120"/>
            <a:chExt cx="1693075" cy="974629"/>
          </a:xfrm>
        </p:grpSpPr>
        <p:sp>
          <p:nvSpPr>
            <p:cNvPr id="23" name="Rectangle 22">
              <a:extLst>
                <a:ext uri="{FF2B5EF4-FFF2-40B4-BE49-F238E27FC236}">
                  <a16:creationId xmlns:a16="http://schemas.microsoft.com/office/drawing/2014/main" id="{401AA388-7D90-E4BB-387F-7859AACD1243}"/>
                </a:ext>
              </a:extLst>
            </p:cNvPr>
            <p:cNvSpPr/>
            <p:nvPr/>
          </p:nvSpPr>
          <p:spPr>
            <a:xfrm>
              <a:off x="5701046" y="7056120"/>
              <a:ext cx="1689003" cy="974629"/>
            </a:xfrm>
            <a:prstGeom prst="rect">
              <a:avLst/>
            </a:prstGeom>
            <a:solidFill>
              <a:schemeClr val="bg1"/>
            </a:solidFill>
            <a:ln>
              <a:noFill/>
            </a:ln>
            <a:effectLst>
              <a:outerShdw blurRad="50800" algn="ctr"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Display"/>
                <a:ea typeface="+mn-ea"/>
                <a:cs typeface="+mn-cs"/>
              </a:endParaRPr>
            </a:p>
          </p:txBody>
        </p:sp>
        <p:pic>
          <p:nvPicPr>
            <p:cNvPr id="53" name="Picture 52">
              <a:extLst>
                <a:ext uri="{FF2B5EF4-FFF2-40B4-BE49-F238E27FC236}">
                  <a16:creationId xmlns:a16="http://schemas.microsoft.com/office/drawing/2014/main" id="{D09BCE0D-D148-ABBE-92BB-F6F873E15A01}"/>
                </a:ext>
              </a:extLst>
            </p:cNvPr>
            <p:cNvPicPr>
              <a:picLocks noChangeAspect="1"/>
            </p:cNvPicPr>
            <p:nvPr/>
          </p:nvPicPr>
          <p:blipFill>
            <a:blip r:embed="rId2"/>
            <a:srcRect l="73930" t="53182" r="24696" b="46322"/>
            <a:stretch>
              <a:fillRect/>
            </a:stretch>
          </p:blipFill>
          <p:spPr>
            <a:xfrm>
              <a:off x="5699848" y="7948453"/>
              <a:ext cx="1693075" cy="82296"/>
            </a:xfrm>
            <a:prstGeom prst="rect">
              <a:avLst/>
            </a:prstGeom>
          </p:spPr>
        </p:pic>
      </p:grpSp>
      <p:sp>
        <p:nvSpPr>
          <p:cNvPr id="124" name="Rectangle 123">
            <a:extLst>
              <a:ext uri="{FF2B5EF4-FFF2-40B4-BE49-F238E27FC236}">
                <a16:creationId xmlns:a16="http://schemas.microsoft.com/office/drawing/2014/main" id="{ED6EDED8-90DD-BE89-24E6-19D779EADA7D}"/>
              </a:ext>
              <a:ext uri="{C183D7F6-B498-43B3-948B-1728B52AA6E4}">
                <adec:decorative xmlns:adec="http://schemas.microsoft.com/office/drawing/2017/decorative" val="1"/>
              </a:ext>
            </a:extLst>
          </p:cNvPr>
          <p:cNvSpPr/>
          <p:nvPr/>
        </p:nvSpPr>
        <p:spPr>
          <a:xfrm>
            <a:off x="0" y="9759950"/>
            <a:ext cx="7772400" cy="29845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white"/>
              </a:solidFill>
              <a:effectLst/>
              <a:uLnTx/>
              <a:uFillTx/>
              <a:latin typeface="Segoe Sans Display"/>
              <a:ea typeface="+mn-ea"/>
              <a:cs typeface="+mn-cs"/>
            </a:endParaRPr>
          </a:p>
        </p:txBody>
      </p:sp>
      <p:pic>
        <p:nvPicPr>
          <p:cNvPr id="28" name="Picture 27">
            <a:extLst>
              <a:ext uri="{FF2B5EF4-FFF2-40B4-BE49-F238E27FC236}">
                <a16:creationId xmlns:a16="http://schemas.microsoft.com/office/drawing/2014/main" id="{5222313E-37B4-A5A7-8472-85AF88FDF177}"/>
              </a:ext>
              <a:ext uri="{C183D7F6-B498-43B3-948B-1728B52AA6E4}">
                <adec:decorative xmlns:adec="http://schemas.microsoft.com/office/drawing/2017/decorative" val="1"/>
              </a:ext>
            </a:extLst>
          </p:cNvPr>
          <p:cNvPicPr>
            <a:picLocks noChangeAspect="1"/>
          </p:cNvPicPr>
          <p:nvPr/>
        </p:nvPicPr>
        <p:blipFill>
          <a:blip r:embed="rId3"/>
          <a:srcRect l="19408" t="35969" r="19408" b="38330"/>
          <a:stretch>
            <a:fillRect/>
          </a:stretch>
        </p:blipFill>
        <p:spPr>
          <a:xfrm>
            <a:off x="0" y="0"/>
            <a:ext cx="7772400" cy="1836420"/>
          </a:xfrm>
          <a:prstGeom prst="rect">
            <a:avLst/>
          </a:prstGeom>
        </p:spPr>
      </p:pic>
      <p:grpSp>
        <p:nvGrpSpPr>
          <p:cNvPr id="2" name="Group 1">
            <a:extLst>
              <a:ext uri="{FF2B5EF4-FFF2-40B4-BE49-F238E27FC236}">
                <a16:creationId xmlns:a16="http://schemas.microsoft.com/office/drawing/2014/main" id="{39AEDF51-83B6-A0E3-33CE-CF2B0A018417}"/>
              </a:ext>
              <a:ext uri="{C183D7F6-B498-43B3-948B-1728B52AA6E4}">
                <adec:decorative xmlns:adec="http://schemas.microsoft.com/office/drawing/2017/decorative" val="1"/>
              </a:ext>
            </a:extLst>
          </p:cNvPr>
          <p:cNvGrpSpPr/>
          <p:nvPr/>
        </p:nvGrpSpPr>
        <p:grpSpPr>
          <a:xfrm>
            <a:off x="3048000" y="2058035"/>
            <a:ext cx="4305297" cy="1015581"/>
            <a:chOff x="3048000" y="2089785"/>
            <a:chExt cx="4305297" cy="1015581"/>
          </a:xfrm>
        </p:grpSpPr>
        <p:pic>
          <p:nvPicPr>
            <p:cNvPr id="34" name="Picture 33">
              <a:extLst>
                <a:ext uri="{FF2B5EF4-FFF2-40B4-BE49-F238E27FC236}">
                  <a16:creationId xmlns:a16="http://schemas.microsoft.com/office/drawing/2014/main" id="{E60B568C-2330-6DF5-D241-3A72F3AB2271}"/>
                </a:ext>
                <a:ext uri="{C183D7F6-B498-43B3-948B-1728B52AA6E4}">
                  <adec:decorative xmlns:adec="http://schemas.microsoft.com/office/drawing/2017/decorative" val="1"/>
                </a:ext>
              </a:extLst>
            </p:cNvPr>
            <p:cNvPicPr>
              <a:picLocks noChangeAspect="1"/>
            </p:cNvPicPr>
            <p:nvPr/>
          </p:nvPicPr>
          <p:blipFill>
            <a:blip r:embed="rId3"/>
            <a:srcRect l="16691" t="2659" r="1975" b="57641"/>
            <a:stretch>
              <a:fillRect/>
            </a:stretch>
          </p:blipFill>
          <p:spPr>
            <a:xfrm>
              <a:off x="3050962" y="2089785"/>
              <a:ext cx="4302335" cy="1015581"/>
            </a:xfrm>
            <a:prstGeom prst="rect">
              <a:avLst/>
            </a:prstGeom>
          </p:spPr>
        </p:pic>
        <p:grpSp>
          <p:nvGrpSpPr>
            <p:cNvPr id="18" name="Group 17">
              <a:extLst>
                <a:ext uri="{FF2B5EF4-FFF2-40B4-BE49-F238E27FC236}">
                  <a16:creationId xmlns:a16="http://schemas.microsoft.com/office/drawing/2014/main" id="{8B3D369F-6AB0-B076-5A19-68BD3EEED07E}"/>
                </a:ext>
              </a:extLst>
            </p:cNvPr>
            <p:cNvGrpSpPr/>
            <p:nvPr/>
          </p:nvGrpSpPr>
          <p:grpSpPr>
            <a:xfrm>
              <a:off x="3048000" y="2089785"/>
              <a:ext cx="4302334" cy="944349"/>
              <a:chOff x="3048000" y="2152650"/>
              <a:chExt cx="4093398" cy="944349"/>
            </a:xfrm>
          </p:grpSpPr>
          <p:sp>
            <p:nvSpPr>
              <p:cNvPr id="30" name="Rectangle 29">
                <a:extLst>
                  <a:ext uri="{FF2B5EF4-FFF2-40B4-BE49-F238E27FC236}">
                    <a16:creationId xmlns:a16="http://schemas.microsoft.com/office/drawing/2014/main" id="{8077E44A-40DC-5CD2-B9A8-D9AD26CDBF7D}"/>
                  </a:ext>
                </a:extLst>
              </p:cNvPr>
              <p:cNvSpPr/>
              <p:nvPr/>
            </p:nvSpPr>
            <p:spPr bwMode="auto">
              <a:xfrm>
                <a:off x="3048000" y="2152650"/>
                <a:ext cx="4090836" cy="944349"/>
              </a:xfrm>
              <a:prstGeom prst="rect">
                <a:avLst/>
              </a:prstGeom>
              <a:solidFill>
                <a:schemeClr val="bg1">
                  <a:alpha val="5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4364C"/>
                  </a:solidFill>
                  <a:effectLst/>
                  <a:uLnTx/>
                  <a:uFillTx/>
                  <a:latin typeface="Segoe Sans Display"/>
                  <a:ea typeface="Segoe UI" pitchFamily="34" charset="0"/>
                  <a:cs typeface="Segoe UI" pitchFamily="34" charset="0"/>
                </a:endParaRPr>
              </a:p>
            </p:txBody>
          </p:sp>
          <p:pic>
            <p:nvPicPr>
              <p:cNvPr id="33" name="Picture 32">
                <a:extLst>
                  <a:ext uri="{FF2B5EF4-FFF2-40B4-BE49-F238E27FC236}">
                    <a16:creationId xmlns:a16="http://schemas.microsoft.com/office/drawing/2014/main" id="{0F619AA6-3EED-8D6A-3E05-34A3AAEBF5B5}"/>
                  </a:ext>
                </a:extLst>
              </p:cNvPr>
              <p:cNvPicPr>
                <a:picLocks noChangeAspect="1"/>
              </p:cNvPicPr>
              <p:nvPr/>
            </p:nvPicPr>
            <p:blipFill>
              <a:blip r:embed="rId4">
                <a:extLst>
                  <a:ext uri="{28A0092B-C50C-407E-A947-70E740481C1C}">
                    <a14:useLocalDpi xmlns:a14="http://schemas.microsoft.com/office/drawing/2010/main"/>
                  </a:ext>
                </a:extLst>
              </a:blip>
              <a:srcRect r="2821" b="2821"/>
              <a:stretch/>
            </p:blipFill>
            <p:spPr>
              <a:xfrm>
                <a:off x="3048000" y="2152650"/>
                <a:ext cx="4093398" cy="943513"/>
              </a:xfrm>
              <a:prstGeom prst="roundRect">
                <a:avLst>
                  <a:gd name="adj" fmla="val 0"/>
                </a:avLst>
              </a:prstGeom>
            </p:spPr>
          </p:pic>
        </p:grpSp>
      </p:grpSp>
      <p:grpSp>
        <p:nvGrpSpPr>
          <p:cNvPr id="200" name="Group 199">
            <a:extLst>
              <a:ext uri="{FF2B5EF4-FFF2-40B4-BE49-F238E27FC236}">
                <a16:creationId xmlns:a16="http://schemas.microsoft.com/office/drawing/2014/main" id="{3672DAD8-4F13-6F19-23E8-9A61D2A92F82}"/>
              </a:ext>
              <a:ext uri="{C183D7F6-B498-43B3-948B-1728B52AA6E4}">
                <adec:decorative xmlns:adec="http://schemas.microsoft.com/office/drawing/2017/decorative" val="1"/>
              </a:ext>
            </a:extLst>
          </p:cNvPr>
          <p:cNvGrpSpPr/>
          <p:nvPr/>
        </p:nvGrpSpPr>
        <p:grpSpPr>
          <a:xfrm>
            <a:off x="-745433" y="12677"/>
            <a:ext cx="687003" cy="10033048"/>
            <a:chOff x="-745433" y="12677"/>
            <a:chExt cx="687003" cy="10033048"/>
          </a:xfrm>
        </p:grpSpPr>
        <p:sp>
          <p:nvSpPr>
            <p:cNvPr id="201" name="Rectangle 200">
              <a:extLst>
                <a:ext uri="{FF2B5EF4-FFF2-40B4-BE49-F238E27FC236}">
                  <a16:creationId xmlns:a16="http://schemas.microsoft.com/office/drawing/2014/main" id="{529E7645-163A-EE07-2BE9-ACE4A5F8975C}"/>
                </a:ext>
              </a:extLst>
            </p:cNvPr>
            <p:cNvSpPr/>
            <p:nvPr/>
          </p:nvSpPr>
          <p:spPr bwMode="auto">
            <a:xfrm>
              <a:off x="-723479" y="12677"/>
              <a:ext cx="643095" cy="10033048"/>
            </a:xfrm>
            <a:prstGeom prst="rect">
              <a:avLst/>
            </a:prstGeom>
            <a:solidFill>
              <a:srgbClr val="FFFFFF">
                <a:lumMod val="85000"/>
              </a:srgbClr>
            </a:solidFill>
            <a:ln w="57150" cap="flat" cmpd="sng" algn="ctr">
              <a:solidFill>
                <a:srgbClr val="FFFFFF">
                  <a:lumMod val="85000"/>
                </a:srgbClr>
              </a:solidFill>
              <a:prstDash val="solid"/>
              <a:headEnd type="none" w="med" len="med"/>
              <a:tailEnd type="none" w="med" len="med"/>
            </a:ln>
            <a:effectLst/>
          </p:spPr>
          <p:txBody>
            <a:bodyPr vert="vert270"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rgbClr val="1A1A1A"/>
                  </a:solidFill>
                  <a:effectLst/>
                  <a:uLnTx/>
                  <a:uFillTx/>
                  <a:latin typeface="Segoe UI"/>
                  <a:ea typeface="+mn-ea"/>
                  <a:cs typeface="+mn-cs"/>
                </a:rPr>
                <a:t>MASTER SLIDE - UPDATE IN THIS DECK</a:t>
              </a:r>
            </a:p>
          </p:txBody>
        </p:sp>
        <p:pic>
          <p:nvPicPr>
            <p:cNvPr id="202" name="Graphic 201" descr="Warning">
              <a:extLst>
                <a:ext uri="{FF2B5EF4-FFF2-40B4-BE49-F238E27FC236}">
                  <a16:creationId xmlns:a16="http://schemas.microsoft.com/office/drawing/2014/main" id="{7BA2E166-9B86-7505-746E-6409794C6C8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744797" y="9359357"/>
              <a:ext cx="685731" cy="687003"/>
            </a:xfrm>
            <a:prstGeom prst="rect">
              <a:avLst/>
            </a:prstGeom>
          </p:spPr>
        </p:pic>
      </p:grpSp>
      <p:pic>
        <p:nvPicPr>
          <p:cNvPr id="29" name="Picture 28">
            <a:extLst>
              <a:ext uri="{FF2B5EF4-FFF2-40B4-BE49-F238E27FC236}">
                <a16:creationId xmlns:a16="http://schemas.microsoft.com/office/drawing/2014/main" id="{112D28EE-617F-093C-D8DF-70A999DDEBCA}"/>
              </a:ext>
              <a:ext uri="{C183D7F6-B498-43B3-948B-1728B52AA6E4}">
                <adec:decorative xmlns:adec="http://schemas.microsoft.com/office/drawing/2017/decorative" val="1"/>
              </a:ext>
            </a:extLst>
          </p:cNvPr>
          <p:cNvPicPr>
            <a:picLocks noChangeAspect="1"/>
          </p:cNvPicPr>
          <p:nvPr/>
        </p:nvPicPr>
        <p:blipFill>
          <a:blip r:embed="rId7"/>
          <a:srcRect/>
          <a:stretch/>
        </p:blipFill>
        <p:spPr>
          <a:xfrm>
            <a:off x="208110" y="262206"/>
            <a:ext cx="1912227" cy="577458"/>
          </a:xfrm>
          <a:prstGeom prst="rect">
            <a:avLst/>
          </a:prstGeom>
        </p:spPr>
      </p:pic>
      <p:pic>
        <p:nvPicPr>
          <p:cNvPr id="76" name="Picture 75">
            <a:extLst>
              <a:ext uri="{FF2B5EF4-FFF2-40B4-BE49-F238E27FC236}">
                <a16:creationId xmlns:a16="http://schemas.microsoft.com/office/drawing/2014/main" id="{6EE88BA7-317F-D5A1-3D4A-2DAEF1E166C0}"/>
              </a:ext>
              <a:ext uri="{C183D7F6-B498-43B3-948B-1728B52AA6E4}">
                <adec:decorative xmlns:adec="http://schemas.microsoft.com/office/drawing/2017/decorative" val="1"/>
              </a:ext>
            </a:extLst>
          </p:cNvPr>
          <p:cNvPicPr>
            <a:picLocks/>
          </p:cNvPicPr>
          <p:nvPr/>
        </p:nvPicPr>
        <p:blipFill rotWithShape="1">
          <a:blip r:embed="rId8">
            <a:extLst>
              <a:ext uri="{28A0092B-C50C-407E-A947-70E740481C1C}">
                <a14:useLocalDpi xmlns:a14="http://schemas.microsoft.com/office/drawing/2010/main" val="0"/>
              </a:ext>
            </a:extLst>
          </a:blip>
          <a:srcRect l="585" t="1983" r="-160" b="155"/>
          <a:stretch>
            <a:fillRect/>
          </a:stretch>
        </p:blipFill>
        <p:spPr>
          <a:xfrm>
            <a:off x="6247049" y="8312397"/>
            <a:ext cx="1143000" cy="1252728"/>
          </a:xfrm>
          <a:prstGeom prst="rect">
            <a:avLst/>
          </a:prstGeom>
        </p:spPr>
      </p:pic>
      <p:cxnSp>
        <p:nvCxnSpPr>
          <p:cNvPr id="90" name="Straight Arrow Connector 89">
            <a:extLst>
              <a:ext uri="{FF2B5EF4-FFF2-40B4-BE49-F238E27FC236}">
                <a16:creationId xmlns:a16="http://schemas.microsoft.com/office/drawing/2014/main" id="{B777DCD0-9E8B-175C-BFE7-E699E0C0A940}"/>
              </a:ext>
              <a:ext uri="{C183D7F6-B498-43B3-948B-1728B52AA6E4}">
                <adec:decorative xmlns:adec="http://schemas.microsoft.com/office/drawing/2017/decorative" val="1"/>
              </a:ext>
            </a:extLst>
          </p:cNvPr>
          <p:cNvCxnSpPr>
            <a:cxnSpLocks/>
            <a:stCxn id="74" idx="3"/>
            <a:endCxn id="76" idx="1"/>
          </p:cNvCxnSpPr>
          <p:nvPr/>
        </p:nvCxnSpPr>
        <p:spPr>
          <a:xfrm>
            <a:off x="5848028" y="8938761"/>
            <a:ext cx="399021" cy="0"/>
          </a:xfrm>
          <a:prstGeom prst="straightConnector1">
            <a:avLst/>
          </a:prstGeom>
          <a:ln w="158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09" name="Group 108">
            <a:extLst>
              <a:ext uri="{FF2B5EF4-FFF2-40B4-BE49-F238E27FC236}">
                <a16:creationId xmlns:a16="http://schemas.microsoft.com/office/drawing/2014/main" id="{0E702070-3762-795E-4C55-B288C8FC953A}"/>
              </a:ext>
              <a:ext uri="{C183D7F6-B498-43B3-948B-1728B52AA6E4}">
                <adec:decorative xmlns:adec="http://schemas.microsoft.com/office/drawing/2017/decorative" val="1"/>
              </a:ext>
            </a:extLst>
          </p:cNvPr>
          <p:cNvGrpSpPr/>
          <p:nvPr/>
        </p:nvGrpSpPr>
        <p:grpSpPr>
          <a:xfrm>
            <a:off x="6615477" y="8511161"/>
            <a:ext cx="406144" cy="406142"/>
            <a:chOff x="6621245" y="8655051"/>
            <a:chExt cx="406144" cy="406142"/>
          </a:xfrm>
        </p:grpSpPr>
        <p:sp>
          <p:nvSpPr>
            <p:cNvPr id="99" name="Oval 98">
              <a:extLst>
                <a:ext uri="{FF2B5EF4-FFF2-40B4-BE49-F238E27FC236}">
                  <a16:creationId xmlns:a16="http://schemas.microsoft.com/office/drawing/2014/main" id="{1C354C0A-9CE8-22FE-A0F2-7985209E2B1F}"/>
                </a:ext>
              </a:extLst>
            </p:cNvPr>
            <p:cNvSpPr/>
            <p:nvPr/>
          </p:nvSpPr>
          <p:spPr bwMode="auto">
            <a:xfrm>
              <a:off x="6621245" y="8655051"/>
              <a:ext cx="406144" cy="406142"/>
            </a:xfrm>
            <a:prstGeom prst="ellipse">
              <a:avLst/>
            </a:prstGeom>
            <a:gradFill flip="none" rotWithShape="1">
              <a:gsLst>
                <a:gs pos="47000">
                  <a:schemeClr val="bg1"/>
                </a:gs>
                <a:gs pos="90000">
                  <a:schemeClr val="accent6"/>
                </a:gs>
              </a:gsLst>
              <a:path path="circle">
                <a:fillToRect l="50000" t="50000" r="50000" b="50000"/>
              </a:path>
              <a:tileRect/>
            </a:gradFill>
            <a:ln w="12700" cap="flat">
              <a:solidFill>
                <a:schemeClr val="accent6">
                  <a:lumMod val="60000"/>
                  <a:lumOff val="40000"/>
                </a:schemeClr>
              </a:solidFill>
              <a:prstDash val="solid"/>
              <a:miter/>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black"/>
                </a:solidFill>
                <a:effectLst/>
                <a:uLnTx/>
                <a:uFillTx/>
                <a:latin typeface="Segoe UI Semibold"/>
                <a:ea typeface="+mn-ea"/>
                <a:cs typeface="Segoe UI Semibold" panose="020B0502040204020203" pitchFamily="34" charset="0"/>
              </a:endParaRPr>
            </a:p>
          </p:txBody>
        </p:sp>
        <p:sp>
          <p:nvSpPr>
            <p:cNvPr id="100" name="Freeform: Shape 99">
              <a:extLst>
                <a:ext uri="{FF2B5EF4-FFF2-40B4-BE49-F238E27FC236}">
                  <a16:creationId xmlns:a16="http://schemas.microsoft.com/office/drawing/2014/main" id="{4490FC8D-E2B6-FD2A-3CF8-7E3BEB2AC904}"/>
                </a:ext>
              </a:extLst>
            </p:cNvPr>
            <p:cNvSpPr/>
            <p:nvPr/>
          </p:nvSpPr>
          <p:spPr>
            <a:xfrm rot="2700000" flipV="1">
              <a:off x="6762346" y="8796150"/>
              <a:ext cx="123942" cy="123942"/>
            </a:xfrm>
            <a:custGeom>
              <a:avLst/>
              <a:gdLst>
                <a:gd name="connsiteX0" fmla="*/ 51435 w 857250"/>
                <a:gd name="connsiteY0" fmla="*/ 548640 h 857250"/>
                <a:gd name="connsiteX1" fmla="*/ 102870 w 857250"/>
                <a:gd name="connsiteY1" fmla="*/ 600075 h 857250"/>
                <a:gd name="connsiteX2" fmla="*/ 102870 w 857250"/>
                <a:gd name="connsiteY2" fmla="*/ 676464 h 857250"/>
                <a:gd name="connsiteX3" fmla="*/ 262673 w 857250"/>
                <a:gd name="connsiteY3" fmla="*/ 516661 h 857250"/>
                <a:gd name="connsiteX4" fmla="*/ 343495 w 857250"/>
                <a:gd name="connsiteY4" fmla="*/ 516661 h 857250"/>
                <a:gd name="connsiteX5" fmla="*/ 343495 w 857250"/>
                <a:gd name="connsiteY5" fmla="*/ 597483 h 857250"/>
                <a:gd name="connsiteX6" fmla="*/ 186599 w 857250"/>
                <a:gd name="connsiteY6" fmla="*/ 754380 h 857250"/>
                <a:gd name="connsiteX7" fmla="*/ 257170 w 857250"/>
                <a:gd name="connsiteY7" fmla="*/ 754380 h 857250"/>
                <a:gd name="connsiteX8" fmla="*/ 308605 w 857250"/>
                <a:gd name="connsiteY8" fmla="*/ 805815 h 857250"/>
                <a:gd name="connsiteX9" fmla="*/ 257170 w 857250"/>
                <a:gd name="connsiteY9" fmla="*/ 857250 h 857250"/>
                <a:gd name="connsiteX10" fmla="*/ 51435 w 857250"/>
                <a:gd name="connsiteY10" fmla="*/ 857250 h 857250"/>
                <a:gd name="connsiteX11" fmla="*/ 16 w 857250"/>
                <a:gd name="connsiteY11" fmla="*/ 807122 h 857250"/>
                <a:gd name="connsiteX12" fmla="*/ 0 w 857250"/>
                <a:gd name="connsiteY12" fmla="*/ 805815 h 857250"/>
                <a:gd name="connsiteX13" fmla="*/ 0 w 857250"/>
                <a:gd name="connsiteY13" fmla="*/ 600075 h 857250"/>
                <a:gd name="connsiteX14" fmla="*/ 51435 w 857250"/>
                <a:gd name="connsiteY14" fmla="*/ 548640 h 857250"/>
                <a:gd name="connsiteX15" fmla="*/ 805815 w 857250"/>
                <a:gd name="connsiteY15" fmla="*/ 548640 h 857250"/>
                <a:gd name="connsiteX16" fmla="*/ 857250 w 857250"/>
                <a:gd name="connsiteY16" fmla="*/ 600075 h 857250"/>
                <a:gd name="connsiteX17" fmla="*/ 857250 w 857250"/>
                <a:gd name="connsiteY17" fmla="*/ 805815 h 857250"/>
                <a:gd name="connsiteX18" fmla="*/ 805815 w 857250"/>
                <a:gd name="connsiteY18" fmla="*/ 857250 h 857250"/>
                <a:gd name="connsiteX19" fmla="*/ 600070 w 857250"/>
                <a:gd name="connsiteY19" fmla="*/ 857250 h 857250"/>
                <a:gd name="connsiteX20" fmla="*/ 548635 w 857250"/>
                <a:gd name="connsiteY20" fmla="*/ 805815 h 857250"/>
                <a:gd name="connsiteX21" fmla="*/ 600070 w 857250"/>
                <a:gd name="connsiteY21" fmla="*/ 754380 h 857250"/>
                <a:gd name="connsiteX22" fmla="*/ 673558 w 857250"/>
                <a:gd name="connsiteY22" fmla="*/ 754380 h 857250"/>
                <a:gd name="connsiteX23" fmla="*/ 516662 w 857250"/>
                <a:gd name="connsiteY23" fmla="*/ 597483 h 857250"/>
                <a:gd name="connsiteX24" fmla="*/ 516662 w 857250"/>
                <a:gd name="connsiteY24" fmla="*/ 516661 h 857250"/>
                <a:gd name="connsiteX25" fmla="*/ 597483 w 857250"/>
                <a:gd name="connsiteY25" fmla="*/ 516661 h 857250"/>
                <a:gd name="connsiteX26" fmla="*/ 754380 w 857250"/>
                <a:gd name="connsiteY26" fmla="*/ 673558 h 857250"/>
                <a:gd name="connsiteX27" fmla="*/ 754380 w 857250"/>
                <a:gd name="connsiteY27" fmla="*/ 600075 h 857250"/>
                <a:gd name="connsiteX28" fmla="*/ 805815 w 857250"/>
                <a:gd name="connsiteY28" fmla="*/ 548640 h 857250"/>
                <a:gd name="connsiteX29" fmla="*/ 805815 w 857250"/>
                <a:gd name="connsiteY29" fmla="*/ 0 h 857250"/>
                <a:gd name="connsiteX30" fmla="*/ 857250 w 857250"/>
                <a:gd name="connsiteY30" fmla="*/ 51435 h 857250"/>
                <a:gd name="connsiteX31" fmla="*/ 857250 w 857250"/>
                <a:gd name="connsiteY31" fmla="*/ 257175 h 857250"/>
                <a:gd name="connsiteX32" fmla="*/ 805815 w 857250"/>
                <a:gd name="connsiteY32" fmla="*/ 308610 h 857250"/>
                <a:gd name="connsiteX33" fmla="*/ 754380 w 857250"/>
                <a:gd name="connsiteY33" fmla="*/ 257175 h 857250"/>
                <a:gd name="connsiteX34" fmla="*/ 754380 w 857250"/>
                <a:gd name="connsiteY34" fmla="*/ 186599 h 857250"/>
                <a:gd name="connsiteX35" fmla="*/ 597483 w 857250"/>
                <a:gd name="connsiteY35" fmla="*/ 343494 h 857250"/>
                <a:gd name="connsiteX36" fmla="*/ 516662 w 857250"/>
                <a:gd name="connsiteY36" fmla="*/ 343494 h 857250"/>
                <a:gd name="connsiteX37" fmla="*/ 516662 w 857250"/>
                <a:gd name="connsiteY37" fmla="*/ 262673 h 857250"/>
                <a:gd name="connsiteX38" fmla="*/ 676464 w 857250"/>
                <a:gd name="connsiteY38" fmla="*/ 102870 h 857250"/>
                <a:gd name="connsiteX39" fmla="*/ 600075 w 857250"/>
                <a:gd name="connsiteY39" fmla="*/ 102870 h 857250"/>
                <a:gd name="connsiteX40" fmla="*/ 548640 w 857250"/>
                <a:gd name="connsiteY40" fmla="*/ 51435 h 857250"/>
                <a:gd name="connsiteX41" fmla="*/ 600075 w 857250"/>
                <a:gd name="connsiteY41" fmla="*/ 0 h 857250"/>
                <a:gd name="connsiteX42" fmla="*/ 805815 w 857250"/>
                <a:gd name="connsiteY42" fmla="*/ 0 h 857250"/>
                <a:gd name="connsiteX43" fmla="*/ 257175 w 857250"/>
                <a:gd name="connsiteY43" fmla="*/ 0 h 857250"/>
                <a:gd name="connsiteX44" fmla="*/ 308610 w 857250"/>
                <a:gd name="connsiteY44" fmla="*/ 51435 h 857250"/>
                <a:gd name="connsiteX45" fmla="*/ 257175 w 857250"/>
                <a:gd name="connsiteY45" fmla="*/ 102870 h 857250"/>
                <a:gd name="connsiteX46" fmla="*/ 183693 w 857250"/>
                <a:gd name="connsiteY46" fmla="*/ 102870 h 857250"/>
                <a:gd name="connsiteX47" fmla="*/ 343495 w 857250"/>
                <a:gd name="connsiteY47" fmla="*/ 262673 h 857250"/>
                <a:gd name="connsiteX48" fmla="*/ 343495 w 857250"/>
                <a:gd name="connsiteY48" fmla="*/ 343494 h 857250"/>
                <a:gd name="connsiteX49" fmla="*/ 262673 w 857250"/>
                <a:gd name="connsiteY49" fmla="*/ 343494 h 857250"/>
                <a:gd name="connsiteX50" fmla="*/ 102870 w 857250"/>
                <a:gd name="connsiteY50" fmla="*/ 183692 h 857250"/>
                <a:gd name="connsiteX51" fmla="*/ 102870 w 857250"/>
                <a:gd name="connsiteY51" fmla="*/ 257175 h 857250"/>
                <a:gd name="connsiteX52" fmla="*/ 51435 w 857250"/>
                <a:gd name="connsiteY52" fmla="*/ 308610 h 857250"/>
                <a:gd name="connsiteX53" fmla="*/ 0 w 857250"/>
                <a:gd name="connsiteY53" fmla="*/ 257175 h 857250"/>
                <a:gd name="connsiteX54" fmla="*/ 0 w 857250"/>
                <a:gd name="connsiteY54" fmla="*/ 51435 h 857250"/>
                <a:gd name="connsiteX55" fmla="*/ 50128 w 857250"/>
                <a:gd name="connsiteY55" fmla="*/ 16 h 857250"/>
                <a:gd name="connsiteX56" fmla="*/ 51435 w 857250"/>
                <a:gd name="connsiteY56" fmla="*/ 0 h 857250"/>
                <a:gd name="connsiteX57" fmla="*/ 257175 w 857250"/>
                <a:gd name="connsiteY57"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857250" h="857250">
                  <a:moveTo>
                    <a:pt x="51435" y="548640"/>
                  </a:moveTo>
                  <a:cubicBezTo>
                    <a:pt x="79841" y="548640"/>
                    <a:pt x="102870" y="571669"/>
                    <a:pt x="102870" y="600075"/>
                  </a:cubicBezTo>
                  <a:lnTo>
                    <a:pt x="102870" y="676464"/>
                  </a:lnTo>
                  <a:lnTo>
                    <a:pt x="262673" y="516661"/>
                  </a:lnTo>
                  <a:cubicBezTo>
                    <a:pt x="284992" y="494343"/>
                    <a:pt x="321177" y="494343"/>
                    <a:pt x="343495" y="516661"/>
                  </a:cubicBezTo>
                  <a:cubicBezTo>
                    <a:pt x="365814" y="538980"/>
                    <a:pt x="365814" y="575164"/>
                    <a:pt x="343495" y="597483"/>
                  </a:cubicBezTo>
                  <a:lnTo>
                    <a:pt x="186599" y="754380"/>
                  </a:lnTo>
                  <a:lnTo>
                    <a:pt x="257170" y="754380"/>
                  </a:lnTo>
                  <a:cubicBezTo>
                    <a:pt x="285578" y="754380"/>
                    <a:pt x="308605" y="777409"/>
                    <a:pt x="308605" y="805815"/>
                  </a:cubicBezTo>
                  <a:cubicBezTo>
                    <a:pt x="308605" y="834221"/>
                    <a:pt x="285578" y="857250"/>
                    <a:pt x="257170" y="857250"/>
                  </a:cubicBezTo>
                  <a:lnTo>
                    <a:pt x="51435" y="857250"/>
                  </a:lnTo>
                  <a:cubicBezTo>
                    <a:pt x="23465" y="857250"/>
                    <a:pt x="710" y="834925"/>
                    <a:pt x="16" y="807122"/>
                  </a:cubicBezTo>
                  <a:lnTo>
                    <a:pt x="0" y="805815"/>
                  </a:lnTo>
                  <a:lnTo>
                    <a:pt x="0" y="600075"/>
                  </a:lnTo>
                  <a:cubicBezTo>
                    <a:pt x="0" y="571669"/>
                    <a:pt x="23028" y="548640"/>
                    <a:pt x="51435" y="548640"/>
                  </a:cubicBezTo>
                  <a:close/>
                  <a:moveTo>
                    <a:pt x="805815" y="548640"/>
                  </a:moveTo>
                  <a:cubicBezTo>
                    <a:pt x="834221" y="548640"/>
                    <a:pt x="857250" y="571669"/>
                    <a:pt x="857250" y="600075"/>
                  </a:cubicBezTo>
                  <a:lnTo>
                    <a:pt x="857250" y="805815"/>
                  </a:lnTo>
                  <a:cubicBezTo>
                    <a:pt x="857250" y="834221"/>
                    <a:pt x="834221" y="857250"/>
                    <a:pt x="805815" y="857250"/>
                  </a:cubicBezTo>
                  <a:lnTo>
                    <a:pt x="600070" y="857250"/>
                  </a:lnTo>
                  <a:cubicBezTo>
                    <a:pt x="571664" y="857250"/>
                    <a:pt x="548635" y="834221"/>
                    <a:pt x="548635" y="805815"/>
                  </a:cubicBezTo>
                  <a:cubicBezTo>
                    <a:pt x="548635" y="777409"/>
                    <a:pt x="571664" y="754380"/>
                    <a:pt x="600070" y="754380"/>
                  </a:cubicBezTo>
                  <a:lnTo>
                    <a:pt x="673558" y="754380"/>
                  </a:lnTo>
                  <a:lnTo>
                    <a:pt x="516662" y="597483"/>
                  </a:lnTo>
                  <a:cubicBezTo>
                    <a:pt x="494343" y="575164"/>
                    <a:pt x="494343" y="538980"/>
                    <a:pt x="516662" y="516661"/>
                  </a:cubicBezTo>
                  <a:cubicBezTo>
                    <a:pt x="538980" y="494343"/>
                    <a:pt x="575165" y="494343"/>
                    <a:pt x="597483" y="516661"/>
                  </a:cubicBezTo>
                  <a:lnTo>
                    <a:pt x="754380" y="673558"/>
                  </a:lnTo>
                  <a:lnTo>
                    <a:pt x="754380" y="600075"/>
                  </a:lnTo>
                  <a:cubicBezTo>
                    <a:pt x="754380" y="571669"/>
                    <a:pt x="777409" y="548640"/>
                    <a:pt x="805815" y="548640"/>
                  </a:cubicBezTo>
                  <a:close/>
                  <a:moveTo>
                    <a:pt x="805815" y="0"/>
                  </a:moveTo>
                  <a:cubicBezTo>
                    <a:pt x="834221" y="0"/>
                    <a:pt x="857250" y="23028"/>
                    <a:pt x="857250" y="51435"/>
                  </a:cubicBezTo>
                  <a:lnTo>
                    <a:pt x="857250" y="257175"/>
                  </a:lnTo>
                  <a:cubicBezTo>
                    <a:pt x="857250" y="285581"/>
                    <a:pt x="834221" y="308610"/>
                    <a:pt x="805815" y="308610"/>
                  </a:cubicBezTo>
                  <a:cubicBezTo>
                    <a:pt x="777409" y="308610"/>
                    <a:pt x="754380" y="285581"/>
                    <a:pt x="754380" y="257175"/>
                  </a:cubicBezTo>
                  <a:lnTo>
                    <a:pt x="754380" y="186599"/>
                  </a:lnTo>
                  <a:lnTo>
                    <a:pt x="597483" y="343494"/>
                  </a:lnTo>
                  <a:cubicBezTo>
                    <a:pt x="575165" y="365813"/>
                    <a:pt x="538980" y="365813"/>
                    <a:pt x="516662" y="343494"/>
                  </a:cubicBezTo>
                  <a:cubicBezTo>
                    <a:pt x="494343" y="321176"/>
                    <a:pt x="494343" y="284991"/>
                    <a:pt x="516662" y="262673"/>
                  </a:cubicBezTo>
                  <a:lnTo>
                    <a:pt x="676464" y="102870"/>
                  </a:lnTo>
                  <a:lnTo>
                    <a:pt x="600075" y="102870"/>
                  </a:lnTo>
                  <a:cubicBezTo>
                    <a:pt x="571669" y="102870"/>
                    <a:pt x="548640" y="79841"/>
                    <a:pt x="548640" y="51435"/>
                  </a:cubicBezTo>
                  <a:cubicBezTo>
                    <a:pt x="548640" y="23028"/>
                    <a:pt x="571669" y="0"/>
                    <a:pt x="600075" y="0"/>
                  </a:cubicBezTo>
                  <a:lnTo>
                    <a:pt x="805815" y="0"/>
                  </a:lnTo>
                  <a:close/>
                  <a:moveTo>
                    <a:pt x="257175" y="0"/>
                  </a:moveTo>
                  <a:cubicBezTo>
                    <a:pt x="285581" y="0"/>
                    <a:pt x="308610" y="23028"/>
                    <a:pt x="308610" y="51435"/>
                  </a:cubicBezTo>
                  <a:cubicBezTo>
                    <a:pt x="308610" y="79841"/>
                    <a:pt x="285581" y="102870"/>
                    <a:pt x="257175" y="102870"/>
                  </a:cubicBezTo>
                  <a:lnTo>
                    <a:pt x="183693" y="102870"/>
                  </a:lnTo>
                  <a:lnTo>
                    <a:pt x="343495" y="262673"/>
                  </a:lnTo>
                  <a:cubicBezTo>
                    <a:pt x="365814" y="284991"/>
                    <a:pt x="365814" y="321176"/>
                    <a:pt x="343495" y="343494"/>
                  </a:cubicBezTo>
                  <a:cubicBezTo>
                    <a:pt x="321177" y="365813"/>
                    <a:pt x="284992" y="365813"/>
                    <a:pt x="262673" y="343494"/>
                  </a:cubicBezTo>
                  <a:lnTo>
                    <a:pt x="102870" y="183692"/>
                  </a:lnTo>
                  <a:lnTo>
                    <a:pt x="102870" y="257175"/>
                  </a:lnTo>
                  <a:cubicBezTo>
                    <a:pt x="102870" y="285581"/>
                    <a:pt x="79841" y="308610"/>
                    <a:pt x="51435" y="308610"/>
                  </a:cubicBezTo>
                  <a:cubicBezTo>
                    <a:pt x="23028" y="308610"/>
                    <a:pt x="0" y="285581"/>
                    <a:pt x="0" y="257175"/>
                  </a:cubicBezTo>
                  <a:lnTo>
                    <a:pt x="0" y="51435"/>
                  </a:lnTo>
                  <a:cubicBezTo>
                    <a:pt x="0" y="23465"/>
                    <a:pt x="22325" y="710"/>
                    <a:pt x="50128" y="16"/>
                  </a:cubicBezTo>
                  <a:lnTo>
                    <a:pt x="51435" y="0"/>
                  </a:lnTo>
                  <a:lnTo>
                    <a:pt x="257175" y="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cxnSp>
        <p:nvCxnSpPr>
          <p:cNvPr id="81" name="Straight Arrow Connector 80">
            <a:extLst>
              <a:ext uri="{FF2B5EF4-FFF2-40B4-BE49-F238E27FC236}">
                <a16:creationId xmlns:a16="http://schemas.microsoft.com/office/drawing/2014/main" id="{C47B31BB-1E8D-0C2C-D7B4-DE9A3D74A37C}"/>
              </a:ext>
              <a:ext uri="{C183D7F6-B498-43B3-948B-1728B52AA6E4}">
                <adec:decorative xmlns:adec="http://schemas.microsoft.com/office/drawing/2017/decorative" val="1"/>
              </a:ext>
            </a:extLst>
          </p:cNvPr>
          <p:cNvCxnSpPr>
            <a:cxnSpLocks/>
            <a:stCxn id="79" idx="3"/>
            <a:endCxn id="77" idx="1"/>
          </p:cNvCxnSpPr>
          <p:nvPr/>
        </p:nvCxnSpPr>
        <p:spPr>
          <a:xfrm>
            <a:off x="3302429" y="8938761"/>
            <a:ext cx="129799" cy="0"/>
          </a:xfrm>
          <a:prstGeom prst="straightConnector1">
            <a:avLst/>
          </a:prstGeom>
          <a:ln w="158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0F50AFB1-A0FE-09BB-13D4-D39EAF895EA4}"/>
              </a:ext>
              <a:ext uri="{C183D7F6-B498-43B3-948B-1728B52AA6E4}">
                <adec:decorative xmlns:adec="http://schemas.microsoft.com/office/drawing/2017/decorative" val="1"/>
              </a:ext>
            </a:extLst>
          </p:cNvPr>
          <p:cNvCxnSpPr>
            <a:cxnSpLocks/>
            <a:stCxn id="77" idx="3"/>
            <a:endCxn id="74" idx="1"/>
          </p:cNvCxnSpPr>
          <p:nvPr/>
        </p:nvCxnSpPr>
        <p:spPr>
          <a:xfrm>
            <a:off x="4575228" y="8938761"/>
            <a:ext cx="129800" cy="0"/>
          </a:xfrm>
          <a:prstGeom prst="straightConnector1">
            <a:avLst/>
          </a:prstGeom>
          <a:ln w="158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79" name="Picture 78">
            <a:extLst>
              <a:ext uri="{FF2B5EF4-FFF2-40B4-BE49-F238E27FC236}">
                <a16:creationId xmlns:a16="http://schemas.microsoft.com/office/drawing/2014/main" id="{61AFCDC9-05A9-316F-60B5-B905AAB1698E}"/>
              </a:ext>
              <a:ext uri="{C183D7F6-B498-43B3-948B-1728B52AA6E4}">
                <adec:decorative xmlns:adec="http://schemas.microsoft.com/office/drawing/2017/decorative" val="1"/>
              </a:ext>
            </a:extLst>
          </p:cNvPr>
          <p:cNvPicPr>
            <a:picLocks/>
          </p:cNvPicPr>
          <p:nvPr/>
        </p:nvPicPr>
        <p:blipFill rotWithShape="1">
          <a:blip r:embed="rId8">
            <a:extLst>
              <a:ext uri="{28A0092B-C50C-407E-A947-70E740481C1C}">
                <a14:useLocalDpi xmlns:a14="http://schemas.microsoft.com/office/drawing/2010/main" val="0"/>
              </a:ext>
            </a:extLst>
          </a:blip>
          <a:srcRect l="585" t="1983" r="-160" b="155"/>
          <a:stretch>
            <a:fillRect/>
          </a:stretch>
        </p:blipFill>
        <p:spPr>
          <a:xfrm>
            <a:off x="2159429" y="8312397"/>
            <a:ext cx="1143000" cy="1252728"/>
          </a:xfrm>
          <a:prstGeom prst="rect">
            <a:avLst/>
          </a:prstGeom>
        </p:spPr>
      </p:pic>
      <p:grpSp>
        <p:nvGrpSpPr>
          <p:cNvPr id="112" name="Group 111">
            <a:extLst>
              <a:ext uri="{FF2B5EF4-FFF2-40B4-BE49-F238E27FC236}">
                <a16:creationId xmlns:a16="http://schemas.microsoft.com/office/drawing/2014/main" id="{EA282C5E-0EB3-7616-D9A4-03C6EC6C818D}"/>
              </a:ext>
              <a:ext uri="{C183D7F6-B498-43B3-948B-1728B52AA6E4}">
                <adec:decorative xmlns:adec="http://schemas.microsoft.com/office/drawing/2017/decorative" val="1"/>
              </a:ext>
            </a:extLst>
          </p:cNvPr>
          <p:cNvGrpSpPr/>
          <p:nvPr/>
        </p:nvGrpSpPr>
        <p:grpSpPr>
          <a:xfrm>
            <a:off x="2527857" y="8511161"/>
            <a:ext cx="406144" cy="406142"/>
            <a:chOff x="2332902" y="8655051"/>
            <a:chExt cx="406144" cy="406142"/>
          </a:xfrm>
        </p:grpSpPr>
        <p:sp>
          <p:nvSpPr>
            <p:cNvPr id="106" name="Oval 105">
              <a:extLst>
                <a:ext uri="{FF2B5EF4-FFF2-40B4-BE49-F238E27FC236}">
                  <a16:creationId xmlns:a16="http://schemas.microsoft.com/office/drawing/2014/main" id="{836A2E62-2267-5D55-770D-749C83F7F2C2}"/>
                </a:ext>
              </a:extLst>
            </p:cNvPr>
            <p:cNvSpPr/>
            <p:nvPr/>
          </p:nvSpPr>
          <p:spPr bwMode="auto">
            <a:xfrm>
              <a:off x="2332902" y="8655051"/>
              <a:ext cx="406144" cy="406142"/>
            </a:xfrm>
            <a:prstGeom prst="ellipse">
              <a:avLst/>
            </a:prstGeom>
            <a:gradFill flip="none" rotWithShape="1">
              <a:gsLst>
                <a:gs pos="47000">
                  <a:schemeClr val="bg1"/>
                </a:gs>
                <a:gs pos="90000">
                  <a:schemeClr val="accent6"/>
                </a:gs>
              </a:gsLst>
              <a:path path="circle">
                <a:fillToRect l="50000" t="50000" r="50000" b="50000"/>
              </a:path>
              <a:tileRect/>
            </a:gradFill>
            <a:ln w="12700" cap="flat">
              <a:solidFill>
                <a:schemeClr val="accent6">
                  <a:lumMod val="60000"/>
                  <a:lumOff val="40000"/>
                </a:schemeClr>
              </a:solidFill>
              <a:prstDash val="solid"/>
              <a:miter/>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black"/>
                </a:solidFill>
                <a:effectLst/>
                <a:uLnTx/>
                <a:uFillTx/>
                <a:latin typeface="Segoe UI Semibold"/>
                <a:ea typeface="+mn-ea"/>
                <a:cs typeface="Segoe UI Semibold" panose="020B0502040204020203" pitchFamily="34" charset="0"/>
              </a:endParaRPr>
            </a:p>
          </p:txBody>
        </p:sp>
        <p:pic>
          <p:nvPicPr>
            <p:cNvPr id="107" name="Graphic 106">
              <a:extLst>
                <a:ext uri="{FF2B5EF4-FFF2-40B4-BE49-F238E27FC236}">
                  <a16:creationId xmlns:a16="http://schemas.microsoft.com/office/drawing/2014/main" id="{E5FA9736-F3BA-0722-0713-689DE02011C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435506" y="8757655"/>
              <a:ext cx="200940" cy="200938"/>
            </a:xfrm>
            <a:prstGeom prst="rect">
              <a:avLst/>
            </a:prstGeom>
          </p:spPr>
        </p:pic>
      </p:grpSp>
      <p:grpSp>
        <p:nvGrpSpPr>
          <p:cNvPr id="20" name="Group 19">
            <a:extLst>
              <a:ext uri="{FF2B5EF4-FFF2-40B4-BE49-F238E27FC236}">
                <a16:creationId xmlns:a16="http://schemas.microsoft.com/office/drawing/2014/main" id="{3F883B9D-8E48-D807-A087-24E060CD552E}"/>
              </a:ext>
              <a:ext uri="{C183D7F6-B498-43B3-948B-1728B52AA6E4}">
                <adec:decorative xmlns:adec="http://schemas.microsoft.com/office/drawing/2017/decorative" val="1"/>
              </a:ext>
            </a:extLst>
          </p:cNvPr>
          <p:cNvGrpSpPr/>
          <p:nvPr/>
        </p:nvGrpSpPr>
        <p:grpSpPr>
          <a:xfrm>
            <a:off x="3432228" y="8312397"/>
            <a:ext cx="1143000" cy="1252728"/>
            <a:chOff x="3283286" y="8312397"/>
            <a:chExt cx="1133856" cy="1252728"/>
          </a:xfrm>
        </p:grpSpPr>
        <p:sp>
          <p:nvSpPr>
            <p:cNvPr id="77" name="TextBox 76">
              <a:extLst>
                <a:ext uri="{FF2B5EF4-FFF2-40B4-BE49-F238E27FC236}">
                  <a16:creationId xmlns:a16="http://schemas.microsoft.com/office/drawing/2014/main" id="{E1E0BA4F-0219-79D9-1B9D-604BB21F02C3}"/>
                </a:ext>
                <a:ext uri="{C183D7F6-B498-43B3-948B-1728B52AA6E4}">
                  <adec:decorative xmlns:adec="http://schemas.microsoft.com/office/drawing/2017/decorative" val="1"/>
                </a:ext>
              </a:extLst>
            </p:cNvPr>
            <p:cNvSpPr txBox="1"/>
            <p:nvPr/>
          </p:nvSpPr>
          <p:spPr>
            <a:xfrm>
              <a:off x="3283286" y="8312397"/>
              <a:ext cx="1133856" cy="1252728"/>
            </a:xfrm>
            <a:prstGeom prst="rect">
              <a:avLst/>
            </a:prstGeom>
            <a:solidFill>
              <a:schemeClr val="bg1"/>
            </a:solidFill>
            <a:ln w="63897" cap="flat">
              <a:noFill/>
              <a:prstDash val="solid"/>
              <a:miter/>
            </a:ln>
            <a:effectLst>
              <a:innerShdw blurRad="317500" dist="127000" dir="10800000">
                <a:schemeClr val="accent2">
                  <a:alpha val="55000"/>
                </a:schemeClr>
              </a:inn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algn="ctr" defTabSz="914446">
                <a:defRPr sz="1600">
                  <a:latin typeface="Segoe UI Semibold"/>
                  <a:cs typeface="Segoe UI Semibold" panose="020B0502040204020203" pitchFamily="34" charset="0"/>
                </a:defRPr>
              </a:lvl1pPr>
              <a:lvl2pPr marL="457183" defTabSz="914367">
                <a:defRPr sz="1765"/>
              </a:lvl2pPr>
              <a:lvl3pPr marL="914367" defTabSz="914367">
                <a:defRPr sz="1765"/>
              </a:lvl3pPr>
              <a:lvl4pPr marL="1371550" defTabSz="914367">
                <a:defRPr sz="1765"/>
              </a:lvl4pPr>
              <a:lvl5pPr marL="1828734" defTabSz="914367">
                <a:defRPr sz="1765"/>
              </a:lvl5pPr>
              <a:lvl6pPr marL="2285918" defTabSz="914367">
                <a:defRPr sz="1765"/>
              </a:lvl6pPr>
              <a:lvl7pPr marL="2743101" defTabSz="914367">
                <a:defRPr sz="1765"/>
              </a:lvl7pPr>
              <a:lvl8pPr marL="3200284" defTabSz="914367">
                <a:defRPr sz="1765"/>
              </a:lvl8pPr>
              <a:lvl9pPr marL="3657469" defTabSz="914367">
                <a:defRPr sz="1765"/>
              </a:lvl9pP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Segoe UI Semibold"/>
                <a:ea typeface="+mn-ea"/>
                <a:cs typeface="Segoe UI Semibold" panose="020B0502040204020203" pitchFamily="34" charset="0"/>
              </a:endParaRPr>
            </a:p>
          </p:txBody>
        </p:sp>
        <p:cxnSp>
          <p:nvCxnSpPr>
            <p:cNvPr id="19" name="Straight Connector 18">
              <a:extLst>
                <a:ext uri="{FF2B5EF4-FFF2-40B4-BE49-F238E27FC236}">
                  <a16:creationId xmlns:a16="http://schemas.microsoft.com/office/drawing/2014/main" id="{DBB8CF79-FFD6-30C0-27EC-BE4BFDE76E05}"/>
                </a:ext>
                <a:ext uri="{C183D7F6-B498-43B3-948B-1728B52AA6E4}">
                  <adec:decorative xmlns:adec="http://schemas.microsoft.com/office/drawing/2017/decorative" val="1"/>
                </a:ext>
              </a:extLst>
            </p:cNvPr>
            <p:cNvCxnSpPr>
              <a:cxnSpLocks/>
            </p:cNvCxnSpPr>
            <p:nvPr/>
          </p:nvCxnSpPr>
          <p:spPr>
            <a:xfrm flipH="1">
              <a:off x="4417142" y="8312397"/>
              <a:ext cx="0" cy="1243584"/>
            </a:xfrm>
            <a:prstGeom prst="line">
              <a:avLst/>
            </a:prstGeom>
            <a:ln w="6350">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grpSp>
      <p:grpSp>
        <p:nvGrpSpPr>
          <p:cNvPr id="111" name="Group 110">
            <a:extLst>
              <a:ext uri="{FF2B5EF4-FFF2-40B4-BE49-F238E27FC236}">
                <a16:creationId xmlns:a16="http://schemas.microsoft.com/office/drawing/2014/main" id="{EF227391-F0BF-2B7F-1BE2-94ABEDBB8FC7}"/>
              </a:ext>
              <a:ext uri="{C183D7F6-B498-43B3-948B-1728B52AA6E4}">
                <adec:decorative xmlns:adec="http://schemas.microsoft.com/office/drawing/2017/decorative" val="1"/>
              </a:ext>
            </a:extLst>
          </p:cNvPr>
          <p:cNvGrpSpPr/>
          <p:nvPr/>
        </p:nvGrpSpPr>
        <p:grpSpPr>
          <a:xfrm>
            <a:off x="3800656" y="8511161"/>
            <a:ext cx="406144" cy="406142"/>
            <a:chOff x="3647143" y="8655051"/>
            <a:chExt cx="406144" cy="406142"/>
          </a:xfrm>
        </p:grpSpPr>
        <p:sp>
          <p:nvSpPr>
            <p:cNvPr id="95" name="Oval 94">
              <a:extLst>
                <a:ext uri="{FF2B5EF4-FFF2-40B4-BE49-F238E27FC236}">
                  <a16:creationId xmlns:a16="http://schemas.microsoft.com/office/drawing/2014/main" id="{0AA5D1B6-ACEB-9B17-78D7-1F41F1E7D1F8}"/>
                </a:ext>
              </a:extLst>
            </p:cNvPr>
            <p:cNvSpPr/>
            <p:nvPr/>
          </p:nvSpPr>
          <p:spPr bwMode="auto">
            <a:xfrm>
              <a:off x="3647143" y="8655051"/>
              <a:ext cx="406144" cy="406142"/>
            </a:xfrm>
            <a:prstGeom prst="ellipse">
              <a:avLst/>
            </a:prstGeom>
            <a:gradFill flip="none" rotWithShape="1">
              <a:gsLst>
                <a:gs pos="47000">
                  <a:schemeClr val="bg1"/>
                </a:gs>
                <a:gs pos="90000">
                  <a:schemeClr val="accent2">
                    <a:lumMod val="60000"/>
                    <a:lumOff val="40000"/>
                  </a:schemeClr>
                </a:gs>
              </a:gsLst>
              <a:path path="circle">
                <a:fillToRect l="50000" t="50000" r="50000" b="50000"/>
              </a:path>
              <a:tileRect/>
            </a:gradFill>
            <a:ln w="12700" cap="flat">
              <a:solidFill>
                <a:schemeClr val="accent2">
                  <a:lumMod val="20000"/>
                  <a:lumOff val="80000"/>
                </a:schemeClr>
              </a:solidFill>
              <a:prstDash val="solid"/>
              <a:miter/>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black"/>
                </a:solidFill>
                <a:effectLst/>
                <a:uLnTx/>
                <a:uFillTx/>
                <a:latin typeface="Segoe UI Semibold"/>
                <a:ea typeface="+mn-ea"/>
                <a:cs typeface="Segoe UI Semibold" panose="020B0502040204020203" pitchFamily="34" charset="0"/>
              </a:endParaRPr>
            </a:p>
          </p:txBody>
        </p:sp>
        <p:pic>
          <p:nvPicPr>
            <p:cNvPr id="96" name="Graphic 95">
              <a:extLst>
                <a:ext uri="{FF2B5EF4-FFF2-40B4-BE49-F238E27FC236}">
                  <a16:creationId xmlns:a16="http://schemas.microsoft.com/office/drawing/2014/main" id="{9795DEC5-B163-F4ED-FE47-5B8CBFAC64E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749746" y="8757655"/>
              <a:ext cx="200940" cy="200936"/>
            </a:xfrm>
            <a:prstGeom prst="rect">
              <a:avLst/>
            </a:prstGeom>
          </p:spPr>
        </p:pic>
      </p:grpSp>
      <p:pic>
        <p:nvPicPr>
          <p:cNvPr id="74" name="Picture 73">
            <a:extLst>
              <a:ext uri="{FF2B5EF4-FFF2-40B4-BE49-F238E27FC236}">
                <a16:creationId xmlns:a16="http://schemas.microsoft.com/office/drawing/2014/main" id="{BCF73BBF-D453-6ACD-C971-5342853DE77E}"/>
              </a:ext>
              <a:ext uri="{C183D7F6-B498-43B3-948B-1728B52AA6E4}">
                <adec:decorative xmlns:adec="http://schemas.microsoft.com/office/drawing/2017/decorative" val="1"/>
              </a:ext>
            </a:extLst>
          </p:cNvPr>
          <p:cNvPicPr>
            <a:picLocks/>
          </p:cNvPicPr>
          <p:nvPr/>
        </p:nvPicPr>
        <p:blipFill rotWithShape="1">
          <a:blip r:embed="rId13">
            <a:extLst>
              <a:ext uri="{28A0092B-C50C-407E-A947-70E740481C1C}">
                <a14:useLocalDpi xmlns:a14="http://schemas.microsoft.com/office/drawing/2010/main" val="0"/>
              </a:ext>
            </a:extLst>
          </a:blip>
          <a:srcRect l="342" t="1" r="163" b="1568"/>
          <a:stretch>
            <a:fillRect/>
          </a:stretch>
        </p:blipFill>
        <p:spPr>
          <a:xfrm>
            <a:off x="4705028" y="8312397"/>
            <a:ext cx="1143000" cy="1252728"/>
          </a:xfrm>
          <a:prstGeom prst="rect">
            <a:avLst/>
          </a:prstGeom>
          <a:ln w="3175">
            <a:solidFill>
              <a:srgbClr val="B9DCD2"/>
            </a:solidFill>
          </a:ln>
        </p:spPr>
      </p:pic>
      <p:grpSp>
        <p:nvGrpSpPr>
          <p:cNvPr id="110" name="Group 109">
            <a:extLst>
              <a:ext uri="{FF2B5EF4-FFF2-40B4-BE49-F238E27FC236}">
                <a16:creationId xmlns:a16="http://schemas.microsoft.com/office/drawing/2014/main" id="{B2D05C43-B364-0D95-7C60-94A5B3C661E9}"/>
              </a:ext>
              <a:ext uri="{C183D7F6-B498-43B3-948B-1728B52AA6E4}">
                <adec:decorative xmlns:adec="http://schemas.microsoft.com/office/drawing/2017/decorative" val="1"/>
              </a:ext>
            </a:extLst>
          </p:cNvPr>
          <p:cNvGrpSpPr/>
          <p:nvPr/>
        </p:nvGrpSpPr>
        <p:grpSpPr>
          <a:xfrm>
            <a:off x="5073456" y="8511161"/>
            <a:ext cx="406144" cy="406142"/>
            <a:chOff x="4962558" y="8655051"/>
            <a:chExt cx="406144" cy="406142"/>
          </a:xfrm>
        </p:grpSpPr>
        <p:sp>
          <p:nvSpPr>
            <p:cNvPr id="103" name="Oval 102">
              <a:extLst>
                <a:ext uri="{FF2B5EF4-FFF2-40B4-BE49-F238E27FC236}">
                  <a16:creationId xmlns:a16="http://schemas.microsoft.com/office/drawing/2014/main" id="{AD5C9711-C4DF-A4AB-F203-77404398E0B1}"/>
                </a:ext>
              </a:extLst>
            </p:cNvPr>
            <p:cNvSpPr/>
            <p:nvPr/>
          </p:nvSpPr>
          <p:spPr bwMode="auto">
            <a:xfrm>
              <a:off x="4962558" y="8655051"/>
              <a:ext cx="406144" cy="406142"/>
            </a:xfrm>
            <a:prstGeom prst="ellipse">
              <a:avLst/>
            </a:prstGeom>
            <a:gradFill flip="none" rotWithShape="1">
              <a:gsLst>
                <a:gs pos="47000">
                  <a:schemeClr val="bg1"/>
                </a:gs>
                <a:gs pos="85000">
                  <a:srgbClr val="C8E4DC"/>
                </a:gs>
              </a:gsLst>
              <a:path path="circle">
                <a:fillToRect l="50000" t="50000" r="50000" b="50000"/>
              </a:path>
              <a:tileRect/>
            </a:gradFill>
            <a:ln w="12700" cap="flat">
              <a:solidFill>
                <a:srgbClr val="D9ECE7"/>
              </a:solidFill>
              <a:prstDash val="solid"/>
              <a:miter/>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black"/>
                </a:solidFill>
                <a:effectLst/>
                <a:uLnTx/>
                <a:uFillTx/>
                <a:latin typeface="Segoe UI Semibold"/>
                <a:ea typeface="+mn-ea"/>
                <a:cs typeface="Segoe UI Semibold" panose="020B0502040204020203" pitchFamily="34" charset="0"/>
              </a:endParaRPr>
            </a:p>
          </p:txBody>
        </p:sp>
        <p:pic>
          <p:nvPicPr>
            <p:cNvPr id="104" name="Graphic 103">
              <a:extLst>
                <a:ext uri="{FF2B5EF4-FFF2-40B4-BE49-F238E27FC236}">
                  <a16:creationId xmlns:a16="http://schemas.microsoft.com/office/drawing/2014/main" id="{A2DC3B54-1130-0144-71BF-DB950AFDF157}"/>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073460" y="8765954"/>
              <a:ext cx="184340" cy="184336"/>
            </a:xfrm>
            <a:prstGeom prst="rect">
              <a:avLst/>
            </a:prstGeom>
          </p:spPr>
        </p:pic>
      </p:grpSp>
      <p:grpSp>
        <p:nvGrpSpPr>
          <p:cNvPr id="7" name="Group 6">
            <a:extLst>
              <a:ext uri="{FF2B5EF4-FFF2-40B4-BE49-F238E27FC236}">
                <a16:creationId xmlns:a16="http://schemas.microsoft.com/office/drawing/2014/main" id="{DD765107-64EE-7E3F-E9FA-ADF7C89D0410}"/>
              </a:ext>
              <a:ext uri="{C183D7F6-B498-43B3-948B-1728B52AA6E4}">
                <adec:decorative xmlns:adec="http://schemas.microsoft.com/office/drawing/2017/decorative" val="1"/>
              </a:ext>
            </a:extLst>
          </p:cNvPr>
          <p:cNvGrpSpPr/>
          <p:nvPr/>
        </p:nvGrpSpPr>
        <p:grpSpPr>
          <a:xfrm>
            <a:off x="368819" y="3858337"/>
            <a:ext cx="420962" cy="420960"/>
            <a:chOff x="368819" y="3858337"/>
            <a:chExt cx="420962" cy="420960"/>
          </a:xfrm>
        </p:grpSpPr>
        <p:sp>
          <p:nvSpPr>
            <p:cNvPr id="64" name="Oval 63">
              <a:extLst>
                <a:ext uri="{FF2B5EF4-FFF2-40B4-BE49-F238E27FC236}">
                  <a16:creationId xmlns:a16="http://schemas.microsoft.com/office/drawing/2014/main" id="{BD851EE9-0878-F923-8C18-C5DD9D7D693C}"/>
                </a:ext>
              </a:extLst>
            </p:cNvPr>
            <p:cNvSpPr/>
            <p:nvPr/>
          </p:nvSpPr>
          <p:spPr>
            <a:xfrm>
              <a:off x="368819" y="3858337"/>
              <a:ext cx="420962" cy="420960"/>
            </a:xfrm>
            <a:prstGeom prst="ellipse">
              <a:avLst/>
            </a:prstGeom>
            <a:gradFill flip="none" rotWithShape="1">
              <a:gsLst>
                <a:gs pos="47000">
                  <a:schemeClr val="bg1"/>
                </a:gs>
                <a:gs pos="90000">
                  <a:srgbClr val="C8E4DC"/>
                </a:gs>
              </a:gsLst>
              <a:path path="circle">
                <a:fillToRect l="50000" t="50000" r="50000" b="50000"/>
              </a:path>
              <a:tileRect/>
            </a:gradFill>
            <a:ln w="63897" cap="flat">
              <a:noFill/>
              <a:prstDash val="solid"/>
              <a:miter/>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endParaRPr>
            </a:p>
          </p:txBody>
        </p:sp>
        <p:pic>
          <p:nvPicPr>
            <p:cNvPr id="68" name="Graphic 67">
              <a:extLst>
                <a:ext uri="{FF2B5EF4-FFF2-40B4-BE49-F238E27FC236}">
                  <a16:creationId xmlns:a16="http://schemas.microsoft.com/office/drawing/2014/main" id="{D28CE0EF-EC11-96BB-8888-816A5089DACB}"/>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55900" y="3945417"/>
              <a:ext cx="246801" cy="246801"/>
            </a:xfrm>
            <a:prstGeom prst="rect">
              <a:avLst/>
            </a:prstGeom>
          </p:spPr>
        </p:pic>
      </p:grpSp>
      <p:grpSp>
        <p:nvGrpSpPr>
          <p:cNvPr id="14" name="Group 13">
            <a:extLst>
              <a:ext uri="{FF2B5EF4-FFF2-40B4-BE49-F238E27FC236}">
                <a16:creationId xmlns:a16="http://schemas.microsoft.com/office/drawing/2014/main" id="{7423F072-8F30-9E05-8295-A1920F7A3E7E}"/>
              </a:ext>
              <a:ext uri="{C183D7F6-B498-43B3-948B-1728B52AA6E4}">
                <adec:decorative xmlns:adec="http://schemas.microsoft.com/office/drawing/2017/decorative" val="1"/>
              </a:ext>
            </a:extLst>
          </p:cNvPr>
          <p:cNvGrpSpPr/>
          <p:nvPr/>
        </p:nvGrpSpPr>
        <p:grpSpPr>
          <a:xfrm>
            <a:off x="368819" y="4401899"/>
            <a:ext cx="420962" cy="420960"/>
            <a:chOff x="368819" y="4401899"/>
            <a:chExt cx="420962" cy="420960"/>
          </a:xfrm>
        </p:grpSpPr>
        <p:sp>
          <p:nvSpPr>
            <p:cNvPr id="65" name="Oval 64">
              <a:extLst>
                <a:ext uri="{FF2B5EF4-FFF2-40B4-BE49-F238E27FC236}">
                  <a16:creationId xmlns:a16="http://schemas.microsoft.com/office/drawing/2014/main" id="{5A016DC4-68DD-9395-B71F-456C3070C791}"/>
                </a:ext>
                <a:ext uri="{C183D7F6-B498-43B3-948B-1728B52AA6E4}">
                  <adec:decorative xmlns:adec="http://schemas.microsoft.com/office/drawing/2017/decorative" val="1"/>
                </a:ext>
              </a:extLst>
            </p:cNvPr>
            <p:cNvSpPr/>
            <p:nvPr/>
          </p:nvSpPr>
          <p:spPr>
            <a:xfrm>
              <a:off x="368819" y="4401899"/>
              <a:ext cx="420962" cy="420960"/>
            </a:xfrm>
            <a:prstGeom prst="ellipse">
              <a:avLst/>
            </a:prstGeom>
            <a:gradFill flip="none" rotWithShape="1">
              <a:gsLst>
                <a:gs pos="47000">
                  <a:schemeClr val="bg1"/>
                </a:gs>
                <a:gs pos="90000">
                  <a:srgbClr val="C8E4DC"/>
                </a:gs>
              </a:gsLst>
              <a:path path="circle">
                <a:fillToRect l="50000" t="50000" r="50000" b="50000"/>
              </a:path>
              <a:tileRect/>
            </a:gradFill>
            <a:ln w="63897" cap="flat">
              <a:noFill/>
              <a:prstDash val="solid"/>
              <a:miter/>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endParaRPr>
            </a:p>
          </p:txBody>
        </p:sp>
        <p:pic>
          <p:nvPicPr>
            <p:cNvPr id="69" name="Graphic 68">
              <a:extLst>
                <a:ext uri="{FF2B5EF4-FFF2-40B4-BE49-F238E27FC236}">
                  <a16:creationId xmlns:a16="http://schemas.microsoft.com/office/drawing/2014/main" id="{331A940C-48B0-616A-74F9-E308E72D959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76611" y="4509691"/>
              <a:ext cx="205378" cy="205376"/>
            </a:xfrm>
            <a:prstGeom prst="rect">
              <a:avLst/>
            </a:prstGeom>
          </p:spPr>
        </p:pic>
      </p:grpSp>
      <p:grpSp>
        <p:nvGrpSpPr>
          <p:cNvPr id="8" name="Group 7">
            <a:extLst>
              <a:ext uri="{FF2B5EF4-FFF2-40B4-BE49-F238E27FC236}">
                <a16:creationId xmlns:a16="http://schemas.microsoft.com/office/drawing/2014/main" id="{D4E4913C-7F5F-EE3A-CB17-4E0C75FA9EAB}"/>
              </a:ext>
              <a:ext uri="{C183D7F6-B498-43B3-948B-1728B52AA6E4}">
                <adec:decorative xmlns:adec="http://schemas.microsoft.com/office/drawing/2017/decorative" val="1"/>
              </a:ext>
            </a:extLst>
          </p:cNvPr>
          <p:cNvGrpSpPr/>
          <p:nvPr/>
        </p:nvGrpSpPr>
        <p:grpSpPr>
          <a:xfrm>
            <a:off x="368819" y="4945461"/>
            <a:ext cx="420962" cy="420960"/>
            <a:chOff x="368819" y="4945461"/>
            <a:chExt cx="420962" cy="420960"/>
          </a:xfrm>
        </p:grpSpPr>
        <p:sp>
          <p:nvSpPr>
            <p:cNvPr id="66" name="Oval 65">
              <a:extLst>
                <a:ext uri="{FF2B5EF4-FFF2-40B4-BE49-F238E27FC236}">
                  <a16:creationId xmlns:a16="http://schemas.microsoft.com/office/drawing/2014/main" id="{4A1350A3-6160-3DBF-66F9-5E5B2969DF7D}"/>
                </a:ext>
              </a:extLst>
            </p:cNvPr>
            <p:cNvSpPr/>
            <p:nvPr/>
          </p:nvSpPr>
          <p:spPr>
            <a:xfrm>
              <a:off x="368819" y="4945461"/>
              <a:ext cx="420962" cy="420960"/>
            </a:xfrm>
            <a:prstGeom prst="ellipse">
              <a:avLst/>
            </a:prstGeom>
            <a:gradFill flip="none" rotWithShape="1">
              <a:gsLst>
                <a:gs pos="47000">
                  <a:schemeClr val="bg1"/>
                </a:gs>
                <a:gs pos="90000">
                  <a:srgbClr val="C8E4DC"/>
                </a:gs>
              </a:gsLst>
              <a:path path="circle">
                <a:fillToRect l="50000" t="50000" r="50000" b="50000"/>
              </a:path>
              <a:tileRect/>
            </a:gradFill>
            <a:ln w="63897" cap="flat">
              <a:noFill/>
              <a:prstDash val="solid"/>
              <a:miter/>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endParaRPr>
            </a:p>
          </p:txBody>
        </p:sp>
        <p:pic>
          <p:nvPicPr>
            <p:cNvPr id="71" name="Graphic 70">
              <a:extLst>
                <a:ext uri="{FF2B5EF4-FFF2-40B4-BE49-F238E27FC236}">
                  <a16:creationId xmlns:a16="http://schemas.microsoft.com/office/drawing/2014/main" id="{FD179D94-8A62-D3DF-5F0C-84A0336E45C2}"/>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477561" y="5054202"/>
              <a:ext cx="203478" cy="203478"/>
            </a:xfrm>
            <a:prstGeom prst="rect">
              <a:avLst/>
            </a:prstGeom>
          </p:spPr>
        </p:pic>
      </p:grpSp>
      <p:grpSp>
        <p:nvGrpSpPr>
          <p:cNvPr id="10" name="Group 9">
            <a:extLst>
              <a:ext uri="{FF2B5EF4-FFF2-40B4-BE49-F238E27FC236}">
                <a16:creationId xmlns:a16="http://schemas.microsoft.com/office/drawing/2014/main" id="{D805D9B8-A75D-46EA-9554-67F0E70A0834}"/>
              </a:ext>
              <a:ext uri="{C183D7F6-B498-43B3-948B-1728B52AA6E4}">
                <adec:decorative xmlns:adec="http://schemas.microsoft.com/office/drawing/2017/decorative" val="1"/>
              </a:ext>
            </a:extLst>
          </p:cNvPr>
          <p:cNvGrpSpPr/>
          <p:nvPr/>
        </p:nvGrpSpPr>
        <p:grpSpPr>
          <a:xfrm>
            <a:off x="368819" y="5489024"/>
            <a:ext cx="420962" cy="420960"/>
            <a:chOff x="368819" y="5489024"/>
            <a:chExt cx="420962" cy="420960"/>
          </a:xfrm>
        </p:grpSpPr>
        <p:sp>
          <p:nvSpPr>
            <p:cNvPr id="67" name="Oval 66">
              <a:extLst>
                <a:ext uri="{FF2B5EF4-FFF2-40B4-BE49-F238E27FC236}">
                  <a16:creationId xmlns:a16="http://schemas.microsoft.com/office/drawing/2014/main" id="{45632928-AFB1-AE15-FBB3-B438A611AA54}"/>
                </a:ext>
              </a:extLst>
            </p:cNvPr>
            <p:cNvSpPr/>
            <p:nvPr/>
          </p:nvSpPr>
          <p:spPr>
            <a:xfrm>
              <a:off x="368819" y="5489024"/>
              <a:ext cx="420962" cy="420960"/>
            </a:xfrm>
            <a:prstGeom prst="ellipse">
              <a:avLst/>
            </a:prstGeom>
            <a:gradFill flip="none" rotWithShape="1">
              <a:gsLst>
                <a:gs pos="47000">
                  <a:schemeClr val="bg1"/>
                </a:gs>
                <a:gs pos="90000">
                  <a:srgbClr val="C8E4DC"/>
                </a:gs>
              </a:gsLst>
              <a:path path="circle">
                <a:fillToRect l="50000" t="50000" r="50000" b="50000"/>
              </a:path>
              <a:tileRect/>
            </a:gradFill>
            <a:ln w="63897" cap="flat">
              <a:noFill/>
              <a:prstDash val="solid"/>
              <a:miter/>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endParaRPr>
            </a:p>
          </p:txBody>
        </p:sp>
        <p:pic>
          <p:nvPicPr>
            <p:cNvPr id="72" name="Graphic 71">
              <a:extLst>
                <a:ext uri="{FF2B5EF4-FFF2-40B4-BE49-F238E27FC236}">
                  <a16:creationId xmlns:a16="http://schemas.microsoft.com/office/drawing/2014/main" id="{5D7EAA69-2979-6807-6C4F-527EB54B1F19}"/>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495660" y="5615864"/>
              <a:ext cx="167280" cy="167280"/>
            </a:xfrm>
            <a:prstGeom prst="rect">
              <a:avLst/>
            </a:prstGeom>
          </p:spPr>
        </p:pic>
      </p:grpSp>
      <p:grpSp>
        <p:nvGrpSpPr>
          <p:cNvPr id="5" name="Group 4">
            <a:extLst>
              <a:ext uri="{FF2B5EF4-FFF2-40B4-BE49-F238E27FC236}">
                <a16:creationId xmlns:a16="http://schemas.microsoft.com/office/drawing/2014/main" id="{2E5737B9-962D-5C0E-D35F-554B661172D8}"/>
              </a:ext>
              <a:ext uri="{C183D7F6-B498-43B3-948B-1728B52AA6E4}">
                <adec:decorative xmlns:adec="http://schemas.microsoft.com/office/drawing/2017/decorative" val="1"/>
              </a:ext>
            </a:extLst>
          </p:cNvPr>
          <p:cNvGrpSpPr/>
          <p:nvPr/>
        </p:nvGrpSpPr>
        <p:grpSpPr>
          <a:xfrm>
            <a:off x="368819" y="3314775"/>
            <a:ext cx="420962" cy="420960"/>
            <a:chOff x="368819" y="3314775"/>
            <a:chExt cx="420962" cy="420960"/>
          </a:xfrm>
        </p:grpSpPr>
        <p:sp>
          <p:nvSpPr>
            <p:cNvPr id="63" name="Oval 62">
              <a:extLst>
                <a:ext uri="{FF2B5EF4-FFF2-40B4-BE49-F238E27FC236}">
                  <a16:creationId xmlns:a16="http://schemas.microsoft.com/office/drawing/2014/main" id="{E4E2DB18-F3B1-E1E3-3C36-8CD5D32E063A}"/>
                </a:ext>
              </a:extLst>
            </p:cNvPr>
            <p:cNvSpPr/>
            <p:nvPr/>
          </p:nvSpPr>
          <p:spPr>
            <a:xfrm>
              <a:off x="368819" y="3314775"/>
              <a:ext cx="420962" cy="420960"/>
            </a:xfrm>
            <a:prstGeom prst="ellipse">
              <a:avLst/>
            </a:prstGeom>
            <a:gradFill flip="none" rotWithShape="1">
              <a:gsLst>
                <a:gs pos="47000">
                  <a:schemeClr val="bg1"/>
                </a:gs>
                <a:gs pos="90000">
                  <a:srgbClr val="C8E4DC"/>
                </a:gs>
              </a:gsLst>
              <a:path path="circle">
                <a:fillToRect l="50000" t="50000" r="50000" b="50000"/>
              </a:path>
              <a:tileRect/>
            </a:gradFill>
            <a:ln w="63897" cap="flat">
              <a:noFill/>
              <a:prstDash val="solid"/>
              <a:miter/>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endParaRPr>
            </a:p>
          </p:txBody>
        </p:sp>
        <p:pic>
          <p:nvPicPr>
            <p:cNvPr id="73" name="Graphic 72">
              <a:extLst>
                <a:ext uri="{FF2B5EF4-FFF2-40B4-BE49-F238E27FC236}">
                  <a16:creationId xmlns:a16="http://schemas.microsoft.com/office/drawing/2014/main" id="{77BCF52D-6ADB-01AC-81BF-1FA3E28DF409}"/>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481384" y="3444221"/>
              <a:ext cx="195832" cy="162068"/>
            </a:xfrm>
            <a:prstGeom prst="rect">
              <a:avLst/>
            </a:prstGeom>
          </p:spPr>
        </p:pic>
      </p:grpSp>
      <p:grpSp>
        <p:nvGrpSpPr>
          <p:cNvPr id="4" name="Group 3">
            <a:extLst>
              <a:ext uri="{FF2B5EF4-FFF2-40B4-BE49-F238E27FC236}">
                <a16:creationId xmlns:a16="http://schemas.microsoft.com/office/drawing/2014/main" id="{F9F062CF-D1AE-9095-B4D8-1C2ADEE21D93}"/>
              </a:ext>
              <a:ext uri="{C183D7F6-B498-43B3-948B-1728B52AA6E4}">
                <adec:decorative xmlns:adec="http://schemas.microsoft.com/office/drawing/2017/decorative" val="1"/>
              </a:ext>
            </a:extLst>
          </p:cNvPr>
          <p:cNvGrpSpPr/>
          <p:nvPr/>
        </p:nvGrpSpPr>
        <p:grpSpPr>
          <a:xfrm>
            <a:off x="368819" y="2771213"/>
            <a:ext cx="420962" cy="420960"/>
            <a:chOff x="368819" y="2771213"/>
            <a:chExt cx="420962" cy="420960"/>
          </a:xfrm>
        </p:grpSpPr>
        <p:sp>
          <p:nvSpPr>
            <p:cNvPr id="62" name="Oval 61">
              <a:extLst>
                <a:ext uri="{FF2B5EF4-FFF2-40B4-BE49-F238E27FC236}">
                  <a16:creationId xmlns:a16="http://schemas.microsoft.com/office/drawing/2014/main" id="{69235C38-746E-EDA8-CAC7-18DE97AB3ADA}"/>
                </a:ext>
              </a:extLst>
            </p:cNvPr>
            <p:cNvSpPr/>
            <p:nvPr/>
          </p:nvSpPr>
          <p:spPr>
            <a:xfrm>
              <a:off x="368819" y="2771213"/>
              <a:ext cx="420962" cy="420960"/>
            </a:xfrm>
            <a:prstGeom prst="ellipse">
              <a:avLst/>
            </a:prstGeom>
            <a:gradFill flip="none" rotWithShape="1">
              <a:gsLst>
                <a:gs pos="47000">
                  <a:schemeClr val="bg1"/>
                </a:gs>
                <a:gs pos="90000">
                  <a:srgbClr val="C8E4DC"/>
                </a:gs>
              </a:gsLst>
              <a:path path="circle">
                <a:fillToRect l="50000" t="50000" r="50000" b="50000"/>
              </a:path>
              <a:tileRect/>
            </a:gradFill>
            <a:ln w="63897" cap="flat">
              <a:noFill/>
              <a:prstDash val="solid"/>
              <a:miter/>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endParaRPr>
            </a:p>
          </p:txBody>
        </p:sp>
        <p:pic>
          <p:nvPicPr>
            <p:cNvPr id="80" name="Graphic 79">
              <a:extLst>
                <a:ext uri="{FF2B5EF4-FFF2-40B4-BE49-F238E27FC236}">
                  <a16:creationId xmlns:a16="http://schemas.microsoft.com/office/drawing/2014/main" id="{84F60140-763C-0919-6E73-4D241E30577E}"/>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477568" y="2879961"/>
              <a:ext cx="203465" cy="203465"/>
            </a:xfrm>
            <a:prstGeom prst="rect">
              <a:avLst/>
            </a:prstGeom>
          </p:spPr>
        </p:pic>
      </p:grpSp>
      <p:sp>
        <p:nvSpPr>
          <p:cNvPr id="31" name="Title 13">
            <a:extLst>
              <a:ext uri="{FF2B5EF4-FFF2-40B4-BE49-F238E27FC236}">
                <a16:creationId xmlns:a16="http://schemas.microsoft.com/office/drawing/2014/main" id="{83093D4A-8BF6-1B21-889A-307BB83694B9}"/>
              </a:ext>
            </a:extLst>
          </p:cNvPr>
          <p:cNvSpPr txBox="1">
            <a:spLocks noGrp="1"/>
          </p:cNvSpPr>
          <p:nvPr>
            <p:ph type="title" idx="4294967295"/>
          </p:nvPr>
        </p:nvSpPr>
        <p:spPr>
          <a:xfrm>
            <a:off x="395329" y="777969"/>
            <a:ext cx="6957971" cy="546852"/>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fontScale="90000"/>
          </a:bodyPr>
          <a:lstStyle>
            <a:lvl1pPr algn="l" defTabSz="582930" rtl="0" eaLnBrk="1" latinLnBrk="0" hangingPunct="1">
              <a:lnSpc>
                <a:spcPct val="90000"/>
              </a:lnSpc>
              <a:spcBef>
                <a:spcPct val="0"/>
              </a:spcBef>
              <a:buNone/>
              <a:defRPr sz="2805" kern="1200">
                <a:solidFill>
                  <a:schemeClr val="tx1"/>
                </a:solidFill>
                <a:latin typeface="+mj-lt"/>
                <a:ea typeface="+mj-ea"/>
                <a:cs typeface="+mj-cs"/>
              </a:defRPr>
            </a:lvl1pPr>
          </a:lstStyle>
          <a:p>
            <a:pPr marL="0" marR="0" lvl="0" indent="0" algn="l" defTabSz="582930" rtl="0" eaLnBrk="1" fontAlgn="auto" latinLnBrk="0" hangingPunct="1">
              <a:lnSpc>
                <a:spcPct val="90000"/>
              </a:lnSpc>
              <a:spcBef>
                <a:spcPct val="0"/>
              </a:spcBef>
              <a:spcAft>
                <a:spcPts val="0"/>
              </a:spcAft>
              <a:buClrTx/>
              <a:buSzTx/>
              <a:buFontTx/>
              <a:buNone/>
              <a:tabLst/>
              <a:defRPr/>
            </a:pPr>
            <a:r>
              <a:rPr kumimoji="0" lang="en-US" sz="3200" b="0" i="0" u="none" strike="noStrike" kern="0" cap="none" spc="-10" normalizeH="0" baseline="0" noProof="0" dirty="0">
                <a:ln>
                  <a:noFill/>
                </a:ln>
                <a:solidFill>
                  <a:prstClr val="black"/>
                </a:solidFill>
                <a:effectLst/>
                <a:uLnTx/>
                <a:uFillTx/>
                <a:latin typeface="Segoe Sans Display"/>
                <a:ea typeface="+mj-ea"/>
                <a:cs typeface="+mj-cs"/>
              </a:rPr>
              <a:t>The Data Security Envisioning Workshop</a:t>
            </a:r>
          </a:p>
        </p:txBody>
      </p:sp>
      <p:sp>
        <p:nvSpPr>
          <p:cNvPr id="32" name="Subtitle 2">
            <a:extLst>
              <a:ext uri="{FF2B5EF4-FFF2-40B4-BE49-F238E27FC236}">
                <a16:creationId xmlns:a16="http://schemas.microsoft.com/office/drawing/2014/main" id="{E76ED20D-84ED-4C1E-EF32-D158209DD51D}"/>
              </a:ext>
            </a:extLst>
          </p:cNvPr>
          <p:cNvSpPr txBox="1">
            <a:spLocks/>
          </p:cNvSpPr>
          <p:nvPr/>
        </p:nvSpPr>
        <p:spPr>
          <a:xfrm>
            <a:off x="395329" y="1331955"/>
            <a:ext cx="7104021" cy="261610"/>
          </a:xfrm>
          <a:prstGeom prst="rect">
            <a:avLst/>
          </a:prstGeom>
          <a:noFill/>
        </p:spPr>
        <p:txBody>
          <a:bodyPr wrap="square" lIns="0" tIns="0" rIns="0" bIns="0" anchor="ctr">
            <a:spAutoFit/>
          </a:bodyPr>
          <a:lstStyle>
            <a:lvl1pPr marL="0" indent="0" algn="l">
              <a:spcBef>
                <a:spcPts val="1200"/>
              </a:spcBef>
              <a:buNone/>
              <a:defRPr sz="1800" b="0" i="0">
                <a:solidFill>
                  <a:schemeClr val="tx1"/>
                </a:solidFill>
                <a:latin typeface="+mn-lt"/>
                <a:ea typeface="+mn-ea"/>
                <a:cs typeface="+mn-cs"/>
              </a:defRPr>
            </a:lvl1pPr>
            <a:lvl2pPr marL="457200" indent="0" algn="ctr">
              <a:buNone/>
              <a:defRPr sz="2000">
                <a:latin typeface="+mn-lt"/>
                <a:ea typeface="+mn-ea"/>
                <a:cs typeface="+mn-cs"/>
              </a:defRPr>
            </a:lvl2pPr>
            <a:lvl3pPr marL="914400" indent="0" algn="ctr">
              <a:buNone/>
              <a:defRPr sz="1800">
                <a:latin typeface="+mn-lt"/>
                <a:ea typeface="+mn-ea"/>
                <a:cs typeface="+mn-cs"/>
              </a:defRPr>
            </a:lvl3pPr>
            <a:lvl4pPr marL="1371600" indent="0" algn="ctr">
              <a:buNone/>
              <a:defRPr sz="1600">
                <a:latin typeface="+mn-lt"/>
                <a:ea typeface="+mn-ea"/>
                <a:cs typeface="+mn-cs"/>
              </a:defRPr>
            </a:lvl4pPr>
            <a:lvl5pPr marL="1828800" indent="0" algn="ctr">
              <a:buNone/>
              <a:defRPr sz="1600">
                <a:latin typeface="+mn-lt"/>
                <a:ea typeface="+mn-ea"/>
                <a:cs typeface="+mn-cs"/>
              </a:defRPr>
            </a:lvl5pPr>
            <a:lvl6pPr marL="2286000" indent="0" algn="ctr">
              <a:buNone/>
              <a:defRPr sz="1600">
                <a:latin typeface="+mn-lt"/>
                <a:ea typeface="+mn-ea"/>
                <a:cs typeface="+mn-cs"/>
              </a:defRPr>
            </a:lvl6pPr>
            <a:lvl7pPr marL="2743200" indent="0" algn="ctr">
              <a:buNone/>
              <a:defRPr sz="1600">
                <a:latin typeface="+mn-lt"/>
                <a:ea typeface="+mn-ea"/>
                <a:cs typeface="+mn-cs"/>
              </a:defRPr>
            </a:lvl7pPr>
            <a:lvl8pPr marL="3200400" indent="0" algn="ctr">
              <a:buNone/>
              <a:defRPr sz="1600">
                <a:latin typeface="+mn-lt"/>
                <a:ea typeface="+mn-ea"/>
                <a:cs typeface="+mn-cs"/>
              </a:defRPr>
            </a:lvl8pPr>
            <a:lvl9pPr marL="3657600" indent="0" algn="ctr">
              <a:buNone/>
              <a:defRPr sz="1600">
                <a:latin typeface="+mn-lt"/>
                <a:ea typeface="+mn-ea"/>
                <a:cs typeface="+mn-cs"/>
              </a:defRPr>
            </a:lvl9pPr>
          </a:lstStyle>
          <a:p>
            <a:pPr marL="0" marR="0" lvl="0" indent="0" algn="l" defTabSz="932742" rtl="0" eaLnBrk="1" fontAlgn="auto" latinLnBrk="0" hangingPunct="1">
              <a:lnSpc>
                <a:spcPct val="100000"/>
              </a:lnSpc>
              <a:spcBef>
                <a:spcPts val="100"/>
              </a:spcBef>
              <a:spcAft>
                <a:spcPts val="0"/>
              </a:spcAft>
              <a:buClrTx/>
              <a:buSzPct val="90000"/>
              <a:buFontTx/>
              <a:buNone/>
              <a:tabLst/>
              <a:defRPr/>
            </a:pPr>
            <a:r>
              <a:rPr kumimoji="0" lang="en-US" sz="1700" b="0" i="0" u="none" strike="noStrike" kern="1200" cap="none" spc="0" normalizeH="0" baseline="0" noProof="0" dirty="0">
                <a:ln>
                  <a:noFill/>
                </a:ln>
                <a:solidFill>
                  <a:prstClr val="black"/>
                </a:solidFill>
                <a:effectLst/>
                <a:uLnTx/>
                <a:uFillTx/>
                <a:latin typeface="Segoe Sans Display"/>
                <a:ea typeface="+mn-ea"/>
                <a:cs typeface="Segoe Sans Display Semilight" pitchFamily="2" charset="0"/>
              </a:rPr>
              <a:t>Identify data security risks in your organizational data</a:t>
            </a:r>
          </a:p>
        </p:txBody>
      </p:sp>
      <p:cxnSp>
        <p:nvCxnSpPr>
          <p:cNvPr id="12" name="Straight Connector 11">
            <a:extLst>
              <a:ext uri="{FF2B5EF4-FFF2-40B4-BE49-F238E27FC236}">
                <a16:creationId xmlns:a16="http://schemas.microsoft.com/office/drawing/2014/main" id="{A6696817-B25D-5FB7-9356-7E973C3B73E3}"/>
              </a:ext>
              <a:ext uri="{C183D7F6-B498-43B3-948B-1728B52AA6E4}">
                <adec:decorative xmlns:adec="http://schemas.microsoft.com/office/drawing/2017/decorative" val="1"/>
              </a:ext>
            </a:extLst>
          </p:cNvPr>
          <p:cNvCxnSpPr>
            <a:cxnSpLocks/>
          </p:cNvCxnSpPr>
          <p:nvPr/>
        </p:nvCxnSpPr>
        <p:spPr>
          <a:xfrm>
            <a:off x="2829037" y="2095280"/>
            <a:ext cx="0" cy="3825460"/>
          </a:xfrm>
          <a:prstGeom prst="line">
            <a:avLst/>
          </a:prstGeom>
          <a:ln w="6350">
            <a:solidFill>
              <a:srgbClr val="A6A6A6"/>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4" name="object 2">
            <a:extLst>
              <a:ext uri="{FF2B5EF4-FFF2-40B4-BE49-F238E27FC236}">
                <a16:creationId xmlns:a16="http://schemas.microsoft.com/office/drawing/2014/main" id="{FA463643-18D0-E403-A9AB-4C365B5A4E33}"/>
              </a:ext>
            </a:extLst>
          </p:cNvPr>
          <p:cNvSpPr txBox="1"/>
          <p:nvPr/>
        </p:nvSpPr>
        <p:spPr>
          <a:xfrm>
            <a:off x="395330" y="2041940"/>
            <a:ext cx="2300245" cy="523220"/>
          </a:xfrm>
          <a:prstGeom prst="rect">
            <a:avLst/>
          </a:prstGeom>
        </p:spPr>
        <p:txBody>
          <a:bodyPr vert="horz" wrap="square" lIns="0" tIns="0" rIns="0" bIns="0" rtlCol="0">
            <a:spAutoFit/>
          </a:bodyPr>
          <a:lstStyle/>
          <a:p>
            <a:pPr marL="0" marR="0" lvl="0" indent="0" algn="l" defTabSz="914367" rtl="0" eaLnBrk="1" fontAlgn="auto" latinLnBrk="0" hangingPunct="1">
              <a:lnSpc>
                <a:spcPct val="100000"/>
              </a:lnSpc>
              <a:spcBef>
                <a:spcPts val="650"/>
              </a:spcBef>
              <a:spcAft>
                <a:spcPts val="600"/>
              </a:spcAft>
              <a:buClrTx/>
              <a:buSzPct val="90000"/>
              <a:buFontTx/>
              <a:buNone/>
              <a:tabLst/>
              <a:defRPr/>
            </a:pPr>
            <a:r>
              <a:rPr kumimoji="0" lang="en-US" sz="1700" b="0" i="0" u="none" strike="noStrike" kern="1200" cap="none" spc="-30" normalizeH="0" baseline="0" noProof="0" dirty="0">
                <a:ln>
                  <a:noFill/>
                </a:ln>
                <a:solidFill>
                  <a:prstClr val="black"/>
                </a:solidFill>
                <a:effectLst/>
                <a:uLnTx/>
                <a:uFillTx/>
                <a:latin typeface="Segoe Sans Display"/>
                <a:ea typeface="+mn-ea"/>
                <a:cs typeface="Segoe Sans Display Semibold" pitchFamily="2" charset="0"/>
              </a:rPr>
              <a:t>Partner-led</a:t>
            </a:r>
            <a:br>
              <a:rPr kumimoji="0" lang="en-US" sz="1700" b="0" i="0" u="none" strike="noStrike" kern="1200" cap="none" spc="-30" normalizeH="0" baseline="0" noProof="0" dirty="0">
                <a:ln>
                  <a:noFill/>
                </a:ln>
                <a:solidFill>
                  <a:prstClr val="black"/>
                </a:solidFill>
                <a:effectLst/>
                <a:uLnTx/>
                <a:uFillTx/>
                <a:latin typeface="Segoe Sans Display"/>
                <a:ea typeface="+mn-ea"/>
                <a:cs typeface="Segoe Sans Display Semibold" pitchFamily="2" charset="0"/>
              </a:rPr>
            </a:br>
            <a:r>
              <a:rPr kumimoji="0" lang="en-US" sz="1700" b="0" i="0" u="none" strike="noStrike" kern="1200" cap="none" spc="-30" normalizeH="0" baseline="0" noProof="0" dirty="0">
                <a:ln>
                  <a:noFill/>
                </a:ln>
                <a:solidFill>
                  <a:prstClr val="black"/>
                </a:solidFill>
                <a:effectLst/>
                <a:uLnTx/>
                <a:uFillTx/>
                <a:latin typeface="Segoe Sans Display"/>
                <a:ea typeface="+mn-ea"/>
                <a:cs typeface="Segoe Sans Display Semibold" pitchFamily="2" charset="0"/>
              </a:rPr>
              <a:t>workshop highlights</a:t>
            </a:r>
          </a:p>
        </p:txBody>
      </p:sp>
      <p:sp>
        <p:nvSpPr>
          <p:cNvPr id="56" name="object 4">
            <a:extLst>
              <a:ext uri="{FF2B5EF4-FFF2-40B4-BE49-F238E27FC236}">
                <a16:creationId xmlns:a16="http://schemas.microsoft.com/office/drawing/2014/main" id="{E96BB5D0-0631-9B99-332E-99FC0E92B875}"/>
              </a:ext>
            </a:extLst>
          </p:cNvPr>
          <p:cNvSpPr txBox="1"/>
          <p:nvPr/>
        </p:nvSpPr>
        <p:spPr>
          <a:xfrm>
            <a:off x="938146" y="2843194"/>
            <a:ext cx="1627632" cy="276999"/>
          </a:xfrm>
          <a:prstGeom prst="rect">
            <a:avLst/>
          </a:prstGeom>
        </p:spPr>
        <p:txBody>
          <a:bodyPr vert="horz" wrap="square" lIns="0" tIns="0" rIns="0" bIns="0" rtlCol="0">
            <a:spAutoFit/>
          </a:bodyPr>
          <a:lstStyle/>
          <a:p>
            <a:pPr marL="0" marR="0" lvl="1" indent="0" algn="l" defTabSz="914367" rtl="0" eaLnBrk="1" fontAlgn="base" latinLnBrk="0" hangingPunct="1">
              <a:lnSpc>
                <a:spcPct val="100000"/>
              </a:lnSpc>
              <a:spcBef>
                <a:spcPts val="40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Segoe Sans Display"/>
                <a:ea typeface="ＭＳ Ｐゴシック" charset="0"/>
                <a:cs typeface="Segoe UI" panose="020B0502040204020203" pitchFamily="34" charset="0"/>
              </a:rPr>
              <a:t>Understand the risks of </a:t>
            </a:r>
            <a:r>
              <a:rPr kumimoji="0" lang="en-US" sz="900" b="0" i="1" u="none" strike="noStrike" kern="1200" cap="none" spc="0" normalizeH="0" baseline="0" noProof="0" dirty="0">
                <a:ln>
                  <a:noFill/>
                </a:ln>
                <a:solidFill>
                  <a:prstClr val="black"/>
                </a:solidFill>
                <a:effectLst/>
                <a:uLnTx/>
                <a:uFillTx/>
                <a:latin typeface="Segoe Sans Display"/>
                <a:ea typeface="ＭＳ Ｐゴシック" charset="0"/>
                <a:cs typeface="Segoe UI" panose="020B0502040204020203" pitchFamily="34" charset="0"/>
              </a:rPr>
              <a:t>Dark Organizational Data</a:t>
            </a:r>
            <a:endParaRPr kumimoji="0" lang="en-US" sz="900" b="0" i="0" u="none" strike="noStrike" kern="1200" cap="none" spc="0" normalizeH="0" baseline="0" noProof="0" dirty="0">
              <a:ln>
                <a:noFill/>
              </a:ln>
              <a:solidFill>
                <a:prstClr val="black"/>
              </a:solidFill>
              <a:effectLst/>
              <a:uLnTx/>
              <a:uFillTx/>
              <a:latin typeface="Segoe Sans Display"/>
              <a:ea typeface="ＭＳ Ｐゴシック" charset="0"/>
              <a:cs typeface="Segoe UI" panose="020B0502040204020203" pitchFamily="34" charset="0"/>
            </a:endParaRPr>
          </a:p>
        </p:txBody>
      </p:sp>
      <p:sp>
        <p:nvSpPr>
          <p:cNvPr id="57" name="object 8">
            <a:extLst>
              <a:ext uri="{FF2B5EF4-FFF2-40B4-BE49-F238E27FC236}">
                <a16:creationId xmlns:a16="http://schemas.microsoft.com/office/drawing/2014/main" id="{92D7E47B-568A-8201-71B6-2D72BCA38038}"/>
              </a:ext>
            </a:extLst>
          </p:cNvPr>
          <p:cNvSpPr txBox="1"/>
          <p:nvPr/>
        </p:nvSpPr>
        <p:spPr>
          <a:xfrm>
            <a:off x="938143" y="3386756"/>
            <a:ext cx="1771401" cy="276999"/>
          </a:xfrm>
          <a:prstGeom prst="rect">
            <a:avLst/>
          </a:prstGeom>
        </p:spPr>
        <p:txBody>
          <a:bodyPr vert="horz" wrap="square" lIns="0" tIns="0" rIns="0" bIns="0" rtlCol="0">
            <a:spAutoFit/>
          </a:bodyPr>
          <a:lstStyle/>
          <a:p>
            <a:pPr marL="0" marR="0" lvl="1" indent="0" algn="l" defTabSz="914367" rtl="0" eaLnBrk="1" fontAlgn="base" latinLnBrk="0" hangingPunct="1">
              <a:lnSpc>
                <a:spcPct val="100000"/>
              </a:lnSpc>
              <a:spcBef>
                <a:spcPts val="400"/>
              </a:spcBef>
              <a:spcAft>
                <a:spcPts val="0"/>
              </a:spcAft>
              <a:buClrTx/>
              <a:buSzTx/>
              <a:buFontTx/>
              <a:buNone/>
              <a:tabLst/>
              <a:defRPr/>
            </a:pPr>
            <a:r>
              <a:rPr kumimoji="0" lang="en-US" sz="900" b="0" i="0" u="none" strike="noStrike" kern="1200" cap="none" spc="-20" normalizeH="0" baseline="0" noProof="0" dirty="0">
                <a:ln>
                  <a:noFill/>
                </a:ln>
                <a:solidFill>
                  <a:prstClr val="black"/>
                </a:solidFill>
                <a:effectLst/>
                <a:uLnTx/>
                <a:uFillTx/>
                <a:latin typeface="Segoe Sans Display"/>
                <a:ea typeface="ＭＳ Ｐゴシック" charset="0"/>
                <a:cs typeface="Segoe UI" panose="020B0502040204020203" pitchFamily="34" charset="0"/>
              </a:rPr>
              <a:t>Learn about the risks organizational insiders may impose</a:t>
            </a:r>
          </a:p>
        </p:txBody>
      </p:sp>
      <p:sp>
        <p:nvSpPr>
          <p:cNvPr id="58" name="object 8">
            <a:extLst>
              <a:ext uri="{FF2B5EF4-FFF2-40B4-BE49-F238E27FC236}">
                <a16:creationId xmlns:a16="http://schemas.microsoft.com/office/drawing/2014/main" id="{C26BBF39-6173-9218-6ABC-60AEC42813BF}"/>
              </a:ext>
            </a:extLst>
          </p:cNvPr>
          <p:cNvSpPr txBox="1"/>
          <p:nvPr/>
        </p:nvSpPr>
        <p:spPr>
          <a:xfrm>
            <a:off x="938145" y="3930318"/>
            <a:ext cx="1702820" cy="276999"/>
          </a:xfrm>
          <a:prstGeom prst="rect">
            <a:avLst/>
          </a:prstGeom>
        </p:spPr>
        <p:txBody>
          <a:bodyPr vert="horz" wrap="square" lIns="0" tIns="0" rIns="0" bIns="0" rtlCol="0">
            <a:spAutoFit/>
          </a:bodyPr>
          <a:lstStyle/>
          <a:p>
            <a:pPr marL="12700" marR="508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Segoe Sans Display"/>
                <a:ea typeface="+mn-ea"/>
                <a:cs typeface="Segoe UI"/>
              </a:rPr>
              <a:t>Assess your environment against key data protection standards</a:t>
            </a:r>
          </a:p>
        </p:txBody>
      </p:sp>
      <p:sp>
        <p:nvSpPr>
          <p:cNvPr id="59" name="object 8">
            <a:extLst>
              <a:ext uri="{FF2B5EF4-FFF2-40B4-BE49-F238E27FC236}">
                <a16:creationId xmlns:a16="http://schemas.microsoft.com/office/drawing/2014/main" id="{A18F0312-4C34-DED3-A55F-E33B3BDF55C4}"/>
              </a:ext>
            </a:extLst>
          </p:cNvPr>
          <p:cNvSpPr txBox="1"/>
          <p:nvPr/>
        </p:nvSpPr>
        <p:spPr>
          <a:xfrm>
            <a:off x="938145" y="4473880"/>
            <a:ext cx="1627632" cy="276999"/>
          </a:xfrm>
          <a:prstGeom prst="rect">
            <a:avLst/>
          </a:prstGeom>
        </p:spPr>
        <p:txBody>
          <a:bodyPr vert="horz" wrap="square" lIns="0" tIns="0" rIns="0" bIns="0" rtlCol="0">
            <a:spAutoFit/>
          </a:bodyPr>
          <a:lstStyle/>
          <a:p>
            <a:pPr marL="12700" marR="508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Segoe Sans Display"/>
                <a:ea typeface="+mn-ea"/>
                <a:cs typeface="Segoe UI"/>
              </a:rPr>
              <a:t>Receive an analysis and report on findings and associated risks</a:t>
            </a:r>
            <a:endParaRPr kumimoji="0" sz="900" b="0" i="0" u="none" strike="noStrike" kern="1200" cap="none" spc="0" normalizeH="0" baseline="0" noProof="0" dirty="0">
              <a:ln>
                <a:noFill/>
              </a:ln>
              <a:solidFill>
                <a:prstClr val="black"/>
              </a:solidFill>
              <a:effectLst/>
              <a:uLnTx/>
              <a:uFillTx/>
              <a:latin typeface="Segoe Sans Display"/>
              <a:ea typeface="+mn-ea"/>
              <a:cs typeface="Segoe UI"/>
            </a:endParaRPr>
          </a:p>
        </p:txBody>
      </p:sp>
      <p:sp>
        <p:nvSpPr>
          <p:cNvPr id="60" name="object 10">
            <a:extLst>
              <a:ext uri="{FF2B5EF4-FFF2-40B4-BE49-F238E27FC236}">
                <a16:creationId xmlns:a16="http://schemas.microsoft.com/office/drawing/2014/main" id="{A880A90C-AFCC-7276-12AF-AAF878F763D7}"/>
              </a:ext>
            </a:extLst>
          </p:cNvPr>
          <p:cNvSpPr txBox="1"/>
          <p:nvPr/>
        </p:nvSpPr>
        <p:spPr>
          <a:xfrm>
            <a:off x="938145" y="5017442"/>
            <a:ext cx="1627632" cy="276999"/>
          </a:xfrm>
          <a:prstGeom prst="rect">
            <a:avLst/>
          </a:prstGeom>
        </p:spPr>
        <p:txBody>
          <a:bodyPr vert="horz" wrap="square" lIns="0" tIns="0" rIns="0" bIns="0" rtlCol="0">
            <a:spAutoFit/>
          </a:bodyPr>
          <a:lstStyle>
            <a:defPPr>
              <a:defRPr lang="en-US"/>
            </a:defPPr>
            <a:lvl1pPr marL="12700" marR="5080">
              <a:lnSpc>
                <a:spcPct val="100000"/>
              </a:lnSpc>
              <a:defRPr sz="1000">
                <a:latin typeface="+mj-lt"/>
                <a:cs typeface="Segoe UI"/>
              </a:defRPr>
            </a:lvl1pPr>
          </a:lstStyle>
          <a:p>
            <a:pPr marL="12700" marR="508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Segoe Sans Display"/>
                <a:ea typeface="+mn-ea"/>
                <a:cs typeface="Segoe UI"/>
              </a:rPr>
              <a:t>Learn about tools and services that can help mitigate risks</a:t>
            </a:r>
            <a:endParaRPr kumimoji="0" sz="900" b="0" i="0" u="none" strike="noStrike" kern="1200" cap="none" spc="0" normalizeH="0" baseline="0" noProof="0" dirty="0">
              <a:ln>
                <a:noFill/>
              </a:ln>
              <a:solidFill>
                <a:prstClr val="black"/>
              </a:solidFill>
              <a:effectLst/>
              <a:uLnTx/>
              <a:uFillTx/>
              <a:latin typeface="Segoe Sans Display"/>
              <a:ea typeface="+mn-ea"/>
              <a:cs typeface="Segoe UI"/>
            </a:endParaRPr>
          </a:p>
        </p:txBody>
      </p:sp>
      <p:sp>
        <p:nvSpPr>
          <p:cNvPr id="61" name="object 12">
            <a:extLst>
              <a:ext uri="{FF2B5EF4-FFF2-40B4-BE49-F238E27FC236}">
                <a16:creationId xmlns:a16="http://schemas.microsoft.com/office/drawing/2014/main" id="{165DEBAF-0718-56D3-D349-9E8E97AE6DC7}"/>
              </a:ext>
            </a:extLst>
          </p:cNvPr>
          <p:cNvSpPr txBox="1"/>
          <p:nvPr/>
        </p:nvSpPr>
        <p:spPr>
          <a:xfrm>
            <a:off x="938146" y="5561005"/>
            <a:ext cx="1519939" cy="276999"/>
          </a:xfrm>
          <a:prstGeom prst="rect">
            <a:avLst/>
          </a:prstGeom>
        </p:spPr>
        <p:txBody>
          <a:bodyPr vert="horz" wrap="square" lIns="0" tIns="0" rIns="0" bIns="0" rtlCol="0">
            <a:spAutoFit/>
          </a:bodyPr>
          <a:lstStyle>
            <a:defPPr>
              <a:defRPr lang="en-US"/>
            </a:defPPr>
            <a:lvl1pPr marL="12700" marR="5080">
              <a:lnSpc>
                <a:spcPct val="100000"/>
              </a:lnSpc>
              <a:defRPr sz="1000">
                <a:latin typeface="+mj-lt"/>
                <a:cs typeface="Segoe UI"/>
              </a:defRPr>
            </a:lvl1pPr>
          </a:lstStyle>
          <a:p>
            <a:pPr marL="12700" marR="5080" lvl="0" indent="0" algn="l" defTabSz="914367"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dirty="0">
                <a:ln>
                  <a:noFill/>
                </a:ln>
                <a:solidFill>
                  <a:prstClr val="black"/>
                </a:solidFill>
                <a:effectLst/>
                <a:uLnTx/>
                <a:uFillTx/>
                <a:latin typeface="Segoe Sans Display"/>
                <a:ea typeface="+mn-ea"/>
                <a:cs typeface="Segoe UI"/>
              </a:rPr>
              <a:t>Explore recommendations and next steps</a:t>
            </a:r>
          </a:p>
        </p:txBody>
      </p:sp>
      <p:sp>
        <p:nvSpPr>
          <p:cNvPr id="39" name="object 14">
            <a:extLst>
              <a:ext uri="{FF2B5EF4-FFF2-40B4-BE49-F238E27FC236}">
                <a16:creationId xmlns:a16="http://schemas.microsoft.com/office/drawing/2014/main" id="{FE1A1716-73F3-7465-5200-C21066E45FFB}"/>
              </a:ext>
            </a:extLst>
          </p:cNvPr>
          <p:cNvSpPr txBox="1"/>
          <p:nvPr/>
        </p:nvSpPr>
        <p:spPr>
          <a:xfrm>
            <a:off x="3142297" y="2205765"/>
            <a:ext cx="1047723" cy="615553"/>
          </a:xfrm>
          <a:prstGeom prst="rect">
            <a:avLst/>
          </a:prstGeom>
        </p:spPr>
        <p:txBody>
          <a:bodyPr vert="horz" wrap="square" lIns="0" tIns="0" rIns="0" bIns="0" rtlCol="0">
            <a:spAutoFit/>
          </a:bodyPr>
          <a:lstStyle/>
          <a:p>
            <a:pPr marL="0" marR="5080" lvl="0" indent="0" algn="ctr" defTabSz="914367" rtl="0" eaLnBrk="1" fontAlgn="auto" latinLnBrk="0" hangingPunct="1">
              <a:lnSpc>
                <a:spcPct val="100400"/>
              </a:lnSpc>
              <a:spcBef>
                <a:spcPts val="0"/>
              </a:spcBef>
              <a:spcAft>
                <a:spcPts val="0"/>
              </a:spcAft>
              <a:buClrTx/>
              <a:buSzTx/>
              <a:buFontTx/>
              <a:buNone/>
              <a:tabLst/>
              <a:defRPr/>
            </a:pPr>
            <a:r>
              <a:rPr kumimoji="0" lang="en-US" sz="4000" b="0" i="0" u="none" strike="noStrike" kern="0" cap="none" spc="-10" normalizeH="0" baseline="0" noProof="0" dirty="0">
                <a:ln>
                  <a:noFill/>
                </a:ln>
                <a:solidFill>
                  <a:prstClr val="black"/>
                </a:solidFill>
                <a:effectLst/>
                <a:uLnTx/>
                <a:uFillTx/>
                <a:latin typeface="Segoe Sans Display"/>
                <a:ea typeface="+mn-ea"/>
                <a:cs typeface="+mn-cs"/>
              </a:rPr>
              <a:t>80</a:t>
            </a:r>
            <a:r>
              <a:rPr kumimoji="0" lang="en-US" sz="2000" b="0" i="0" u="none" strike="noStrike" kern="0" cap="none" spc="-10" normalizeH="0" baseline="0" noProof="0" dirty="0">
                <a:ln>
                  <a:noFill/>
                </a:ln>
                <a:solidFill>
                  <a:prstClr val="black"/>
                </a:solidFill>
                <a:effectLst/>
                <a:uLnTx/>
                <a:uFillTx/>
                <a:latin typeface="Segoe Sans Display"/>
                <a:ea typeface="+mn-ea"/>
                <a:cs typeface="+mn-cs"/>
              </a:rPr>
              <a:t>%</a:t>
            </a:r>
            <a:endParaRPr kumimoji="0" sz="2000" b="0" i="0" u="none" strike="noStrike" kern="0" cap="none" spc="-10" normalizeH="0" baseline="0" noProof="0" dirty="0">
              <a:ln>
                <a:noFill/>
              </a:ln>
              <a:solidFill>
                <a:prstClr val="black"/>
              </a:solidFill>
              <a:effectLst/>
              <a:uLnTx/>
              <a:uFillTx/>
              <a:latin typeface="Segoe Sans Display"/>
              <a:ea typeface="+mn-ea"/>
              <a:cs typeface="+mn-cs"/>
            </a:endParaRPr>
          </a:p>
        </p:txBody>
      </p:sp>
      <p:sp>
        <p:nvSpPr>
          <p:cNvPr id="13" name="object 14">
            <a:extLst>
              <a:ext uri="{FF2B5EF4-FFF2-40B4-BE49-F238E27FC236}">
                <a16:creationId xmlns:a16="http://schemas.microsoft.com/office/drawing/2014/main" id="{D0535DDC-49DD-8617-76AB-DE8A3D0E42C7}"/>
              </a:ext>
            </a:extLst>
          </p:cNvPr>
          <p:cNvSpPr txBox="1"/>
          <p:nvPr/>
        </p:nvSpPr>
        <p:spPr>
          <a:xfrm>
            <a:off x="4033727" y="2176768"/>
            <a:ext cx="372448" cy="615553"/>
          </a:xfrm>
          <a:prstGeom prst="rect">
            <a:avLst/>
          </a:prstGeom>
        </p:spPr>
        <p:txBody>
          <a:bodyPr vert="horz" wrap="square" lIns="0" tIns="0" rIns="0" bIns="0" rtlCol="0" anchor="ctr">
            <a:noAutofit/>
          </a:bodyPr>
          <a:lstStyle/>
          <a:p>
            <a:pPr marL="0" marR="5080" lvl="0" indent="0" algn="ctr" defTabSz="914367" rtl="0" eaLnBrk="1" fontAlgn="auto" latinLnBrk="0" hangingPunct="1">
              <a:lnSpc>
                <a:spcPct val="100400"/>
              </a:lnSpc>
              <a:spcBef>
                <a:spcPts val="0"/>
              </a:spcBef>
              <a:spcAft>
                <a:spcPts val="0"/>
              </a:spcAft>
              <a:buClrTx/>
              <a:buSzTx/>
              <a:buFontTx/>
              <a:buNone/>
              <a:tabLst/>
              <a:defRPr/>
            </a:pPr>
            <a:r>
              <a:rPr kumimoji="0" lang="en-US" sz="4000" b="0" i="0" u="none" strike="noStrike" kern="0" cap="none" spc="-10" normalizeH="0" baseline="0" noProof="0" dirty="0">
                <a:ln>
                  <a:noFill/>
                </a:ln>
                <a:solidFill>
                  <a:prstClr val="black"/>
                </a:solidFill>
                <a:effectLst/>
                <a:uLnTx/>
                <a:uFillTx/>
                <a:latin typeface="Segoe Sans Display"/>
                <a:ea typeface="+mn-ea"/>
                <a:cs typeface="+mn-cs"/>
              </a:rPr>
              <a:t>+</a:t>
            </a:r>
            <a:endParaRPr kumimoji="0" sz="4000" b="0" i="0" u="none" strike="noStrike" kern="0" cap="none" spc="-10" normalizeH="0" baseline="0" noProof="0" dirty="0">
              <a:ln>
                <a:noFill/>
              </a:ln>
              <a:solidFill>
                <a:prstClr val="black"/>
              </a:solidFill>
              <a:effectLst/>
              <a:uLnTx/>
              <a:uFillTx/>
              <a:latin typeface="Segoe Sans Display"/>
              <a:ea typeface="+mn-ea"/>
              <a:cs typeface="+mn-cs"/>
            </a:endParaRPr>
          </a:p>
        </p:txBody>
      </p:sp>
      <p:sp>
        <p:nvSpPr>
          <p:cNvPr id="35" name="Rectangle 34">
            <a:extLst>
              <a:ext uri="{FF2B5EF4-FFF2-40B4-BE49-F238E27FC236}">
                <a16:creationId xmlns:a16="http://schemas.microsoft.com/office/drawing/2014/main" id="{7782A477-5CDF-E71D-192F-01507F7AD8CD}"/>
              </a:ext>
            </a:extLst>
          </p:cNvPr>
          <p:cNvSpPr/>
          <p:nvPr/>
        </p:nvSpPr>
        <p:spPr>
          <a:xfrm>
            <a:off x="4410512" y="2207044"/>
            <a:ext cx="2928458" cy="646331"/>
          </a:xfrm>
          <a:prstGeom prst="rect">
            <a:avLst/>
          </a:prstGeom>
        </p:spPr>
        <p:txBody>
          <a:bodyPr wrap="square"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Sans Display"/>
                <a:ea typeface="+mn-ea"/>
                <a:cs typeface="Segoe Sans Display Semibold" pitchFamily="2" charset="0"/>
              </a:rPr>
              <a:t>of </a:t>
            </a:r>
            <a:r>
              <a:rPr kumimoji="0" lang="en-US" sz="1200" b="0" i="0" u="none" strike="noStrike" kern="1200" cap="none" spc="-10" normalizeH="0" baseline="0" noProof="0" dirty="0">
                <a:ln>
                  <a:noFill/>
                </a:ln>
                <a:solidFill>
                  <a:prstClr val="black"/>
                </a:solidFill>
                <a:effectLst/>
                <a:uLnTx/>
                <a:uFillTx/>
                <a:latin typeface="Segoe Sans Display"/>
                <a:ea typeface="+mn-ea"/>
                <a:cs typeface="Segoe Sans Display Semibold" pitchFamily="2" charset="0"/>
              </a:rPr>
              <a:t>leaders cited leakage of sensitive data </a:t>
            </a:r>
            <a:r>
              <a:rPr kumimoji="0" lang="en-US" sz="1200" b="0" i="0" u="none" strike="noStrike" kern="1200" cap="none" spc="0" normalizeH="0" baseline="0" noProof="0" dirty="0">
                <a:ln>
                  <a:noFill/>
                </a:ln>
                <a:solidFill>
                  <a:prstClr val="black"/>
                </a:solidFill>
                <a:effectLst/>
                <a:uLnTx/>
                <a:uFillTx/>
                <a:latin typeface="Segoe Sans Display"/>
                <a:ea typeface="+mn-ea"/>
                <a:cs typeface="Segoe Sans Display Semibold" pitchFamily="2" charset="0"/>
              </a:rPr>
              <a:t>as their main concern around adopting Generative AI</a:t>
            </a:r>
          </a:p>
        </p:txBody>
      </p:sp>
      <p:sp>
        <p:nvSpPr>
          <p:cNvPr id="9" name="object 14">
            <a:extLst>
              <a:ext uri="{FF2B5EF4-FFF2-40B4-BE49-F238E27FC236}">
                <a16:creationId xmlns:a16="http://schemas.microsoft.com/office/drawing/2014/main" id="{58DB3E8E-CBD5-2AC4-9683-AA761B79F557}"/>
              </a:ext>
            </a:extLst>
          </p:cNvPr>
          <p:cNvSpPr txBox="1"/>
          <p:nvPr/>
        </p:nvSpPr>
        <p:spPr>
          <a:xfrm>
            <a:off x="3048000" y="3225218"/>
            <a:ext cx="4362450" cy="1296958"/>
          </a:xfrm>
          <a:prstGeom prst="rect">
            <a:avLst/>
          </a:prstGeom>
        </p:spPr>
        <p:txBody>
          <a:bodyPr vert="horz" wrap="square" lIns="0" tIns="0" rIns="0" bIns="0" rtlCol="0" anchor="t">
            <a:spAutoFit/>
          </a:bodyPr>
          <a:lstStyle/>
          <a:p>
            <a:pPr marL="0" marR="28575" lvl="0" indent="0" algn="l" defTabSz="914367" rtl="0" eaLnBrk="1" fontAlgn="auto" latinLnBrk="0" hangingPunct="1">
              <a:lnSpc>
                <a:spcPct val="105000"/>
              </a:lnSpc>
              <a:spcBef>
                <a:spcPts val="0"/>
              </a:spcBef>
              <a:spcAft>
                <a:spcPts val="600"/>
              </a:spcAft>
              <a:buClrTx/>
              <a:buSzTx/>
              <a:buFontTx/>
              <a:buNone/>
              <a:tabLst/>
              <a:defRPr/>
            </a:pPr>
            <a:r>
              <a:rPr kumimoji="0" lang="en-US" sz="900" b="0" i="0" u="none" strike="noStrike" kern="1200" cap="none" spc="-10" normalizeH="0" baseline="0" noProof="0" dirty="0">
                <a:ln>
                  <a:noFill/>
                </a:ln>
                <a:solidFill>
                  <a:prstClr val="black"/>
                </a:solidFill>
                <a:effectLst/>
                <a:uLnTx/>
                <a:uFillTx/>
                <a:latin typeface="Segoe Sans Display"/>
                <a:ea typeface="+mn-ea"/>
                <a:cs typeface="Segoe UI"/>
              </a:rPr>
              <a:t>In today’s digital age, data is the lifeblood of any business, and its security is paramount. As the datasphere is projected to double by 2026, the sheer volume and complexity of data will only increase, making it a prime target for security incidents. With the rapid deployment of generative AI apps, data security risks are escalating, demanding robust protection and governance. Yet, an alarming 30% of decision-makers lack visibility into their sensitive data’s location or nature, leaving their digital estate vulnerable. It’s time to take control and safeguard your business’s future. Don’t wait for a costly data breach to realize the importance of data security. Secure your data now, and stay ahead in the game of digital defense.</a:t>
            </a:r>
          </a:p>
        </p:txBody>
      </p:sp>
      <p:sp>
        <p:nvSpPr>
          <p:cNvPr id="21" name="object 15">
            <a:extLst>
              <a:ext uri="{FF2B5EF4-FFF2-40B4-BE49-F238E27FC236}">
                <a16:creationId xmlns:a16="http://schemas.microsoft.com/office/drawing/2014/main" id="{BCD5D8C9-A841-11D0-2C6E-1DA4455A484C}"/>
              </a:ext>
            </a:extLst>
          </p:cNvPr>
          <p:cNvSpPr txBox="1"/>
          <p:nvPr/>
        </p:nvSpPr>
        <p:spPr>
          <a:xfrm>
            <a:off x="3048000" y="4666159"/>
            <a:ext cx="4312920" cy="470898"/>
          </a:xfrm>
          <a:prstGeom prst="rect">
            <a:avLst/>
          </a:prstGeom>
        </p:spPr>
        <p:txBody>
          <a:bodyPr vert="horz" wrap="square" lIns="0" tIns="0" rIns="0" bIns="0" rtlCol="0">
            <a:spAutoFit/>
          </a:bodyPr>
          <a:lstStyle/>
          <a:p>
            <a:pPr marL="0" marR="0" lvl="0" indent="0" algn="l" defTabSz="914367" rtl="0" eaLnBrk="1" fontAlgn="auto" latinLnBrk="0" hangingPunct="1">
              <a:lnSpc>
                <a:spcPct val="90000"/>
              </a:lnSpc>
              <a:spcBef>
                <a:spcPts val="0"/>
              </a:spcBef>
              <a:spcAft>
                <a:spcPts val="600"/>
              </a:spcAft>
              <a:buClrTx/>
              <a:buSzTx/>
              <a:buFontTx/>
              <a:buNone/>
              <a:tabLst/>
              <a:defRPr/>
            </a:pPr>
            <a:r>
              <a:rPr kumimoji="0" lang="en-US" sz="1700" b="0" i="0" u="none" strike="noStrike" kern="1200" cap="none" spc="0" normalizeH="0" baseline="0" noProof="0" dirty="0">
                <a:ln>
                  <a:noFill/>
                </a:ln>
                <a:solidFill>
                  <a:prstClr val="black"/>
                </a:solidFill>
                <a:effectLst/>
                <a:uLnTx/>
                <a:uFillTx/>
                <a:latin typeface="Segoe Sans Display"/>
                <a:ea typeface="+mn-ea"/>
                <a:cs typeface="Segoe Sans Display Semibold" pitchFamily="2" charset="0"/>
              </a:rPr>
              <a:t>Intelligently investigate and take action on data security risks</a:t>
            </a:r>
            <a:endParaRPr kumimoji="0" sz="900" b="0" i="0" u="none" strike="noStrike" kern="1200" cap="none" spc="0" normalizeH="0" baseline="0" noProof="0" dirty="0">
              <a:ln>
                <a:noFill/>
              </a:ln>
              <a:solidFill>
                <a:prstClr val="black"/>
              </a:solidFill>
              <a:effectLst/>
              <a:uLnTx/>
              <a:uFillTx/>
              <a:latin typeface="Segoe Sans Display"/>
              <a:ea typeface="+mn-ea"/>
              <a:cs typeface="Segoe UI"/>
            </a:endParaRPr>
          </a:p>
        </p:txBody>
      </p:sp>
      <p:sp>
        <p:nvSpPr>
          <p:cNvPr id="3" name="object 15">
            <a:extLst>
              <a:ext uri="{FF2B5EF4-FFF2-40B4-BE49-F238E27FC236}">
                <a16:creationId xmlns:a16="http://schemas.microsoft.com/office/drawing/2014/main" id="{42F99597-6209-744A-3CC0-5A8357756D08}"/>
              </a:ext>
            </a:extLst>
          </p:cNvPr>
          <p:cNvSpPr txBox="1"/>
          <p:nvPr/>
        </p:nvSpPr>
        <p:spPr>
          <a:xfrm>
            <a:off x="3048000" y="5198317"/>
            <a:ext cx="2136883" cy="715260"/>
          </a:xfrm>
          <a:prstGeom prst="rect">
            <a:avLst/>
          </a:prstGeom>
        </p:spPr>
        <p:txBody>
          <a:bodyPr vert="horz" wrap="square" lIns="0" tIns="0" rIns="0" bIns="0" rtlCol="0">
            <a:spAutoFit/>
          </a:bodyPr>
          <a:lstStyle/>
          <a:p>
            <a:pPr marL="0" marR="0" lvl="0" indent="0" algn="l" defTabSz="914367" rtl="0" eaLnBrk="1" fontAlgn="auto" latinLnBrk="0" hangingPunct="1">
              <a:lnSpc>
                <a:spcPct val="105000"/>
              </a:lnSpc>
              <a:spcBef>
                <a:spcPts val="0"/>
              </a:spcBef>
              <a:spcAft>
                <a:spcPts val="60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Segoe Sans Display"/>
                <a:ea typeface="+mn-ea"/>
                <a:cs typeface="Segoe UI"/>
              </a:rPr>
              <a:t>Detecting, investigating, and acting on data security risks in your organization is critical to ensuring trust, creating a safe </a:t>
            </a:r>
            <a:r>
              <a:rPr kumimoji="0" lang="en-US" sz="900" b="0" i="0" u="none" strike="noStrike" kern="1200" cap="none" spc="-20" normalizeH="0" baseline="0" noProof="0" dirty="0">
                <a:ln>
                  <a:noFill/>
                </a:ln>
                <a:solidFill>
                  <a:prstClr val="black"/>
                </a:solidFill>
                <a:effectLst/>
                <a:uLnTx/>
                <a:uFillTx/>
                <a:latin typeface="Segoe Sans Display"/>
                <a:ea typeface="+mn-ea"/>
                <a:cs typeface="Segoe UI"/>
              </a:rPr>
              <a:t>workplace and protecting company assets </a:t>
            </a:r>
            <a:r>
              <a:rPr kumimoji="0" lang="en-US" sz="900" b="0" i="0" u="none" strike="noStrike" kern="1200" cap="none" spc="0" normalizeH="0" baseline="0" noProof="0" dirty="0">
                <a:ln>
                  <a:noFill/>
                </a:ln>
                <a:solidFill>
                  <a:prstClr val="black"/>
                </a:solidFill>
                <a:effectLst/>
                <a:uLnTx/>
                <a:uFillTx/>
                <a:latin typeface="Segoe Sans Display"/>
                <a:ea typeface="+mn-ea"/>
                <a:cs typeface="Segoe UI"/>
              </a:rPr>
              <a:t>and employee and customer privacy.</a:t>
            </a:r>
            <a:endParaRPr kumimoji="0" sz="900" b="0" i="0" u="none" strike="noStrike" kern="1200" cap="none" spc="0" normalizeH="0" baseline="0" noProof="0" dirty="0">
              <a:ln>
                <a:noFill/>
              </a:ln>
              <a:solidFill>
                <a:prstClr val="black"/>
              </a:solidFill>
              <a:effectLst/>
              <a:uLnTx/>
              <a:uFillTx/>
              <a:latin typeface="Segoe Sans Display"/>
              <a:ea typeface="+mn-ea"/>
              <a:cs typeface="Segoe UI"/>
            </a:endParaRPr>
          </a:p>
        </p:txBody>
      </p:sp>
      <p:sp>
        <p:nvSpPr>
          <p:cNvPr id="45" name="object 15">
            <a:extLst>
              <a:ext uri="{FF2B5EF4-FFF2-40B4-BE49-F238E27FC236}">
                <a16:creationId xmlns:a16="http://schemas.microsoft.com/office/drawing/2014/main" id="{5862C58E-FEE1-2EDD-8411-E960B139B02C}"/>
              </a:ext>
            </a:extLst>
          </p:cNvPr>
          <p:cNvSpPr txBox="1"/>
          <p:nvPr/>
        </p:nvSpPr>
        <p:spPr>
          <a:xfrm>
            <a:off x="5321926" y="5198317"/>
            <a:ext cx="2002800" cy="715260"/>
          </a:xfrm>
          <a:prstGeom prst="rect">
            <a:avLst/>
          </a:prstGeom>
        </p:spPr>
        <p:txBody>
          <a:bodyPr vert="horz" wrap="square" lIns="0" tIns="0" rIns="0" bIns="0" rtlCol="0">
            <a:spAutoFit/>
          </a:bodyPr>
          <a:lstStyle/>
          <a:p>
            <a:pPr marL="0" marR="0" lvl="0" indent="0" algn="l" defTabSz="914367" rtl="0" eaLnBrk="1" fontAlgn="auto" latinLnBrk="0" hangingPunct="1">
              <a:lnSpc>
                <a:spcPct val="105000"/>
              </a:lnSpc>
              <a:spcBef>
                <a:spcPts val="0"/>
              </a:spcBef>
              <a:spcAft>
                <a:spcPts val="600"/>
              </a:spcAft>
              <a:buClrTx/>
              <a:buSzTx/>
              <a:buFontTx/>
              <a:buNone/>
              <a:tabLst/>
              <a:defRPr/>
            </a:pPr>
            <a:r>
              <a:rPr kumimoji="0" lang="en-US" sz="900" b="0" i="0" u="none" strike="noStrike" kern="1200" cap="none" normalizeH="0" noProof="0" dirty="0">
                <a:ln>
                  <a:noFill/>
                </a:ln>
                <a:solidFill>
                  <a:prstClr val="black"/>
                </a:solidFill>
                <a:effectLst/>
                <a:uLnTx/>
                <a:uFillTx/>
                <a:latin typeface="Segoe Sans Display"/>
                <a:ea typeface="+mn-ea"/>
                <a:cs typeface="Segoe UI"/>
              </a:rPr>
              <a:t>The </a:t>
            </a:r>
            <a:r>
              <a:rPr kumimoji="0" lang="en-US" sz="900" b="0" i="0" u="none" strike="noStrike" kern="1200" cap="none" normalizeH="0" noProof="0" dirty="0">
                <a:ln>
                  <a:noFill/>
                </a:ln>
                <a:solidFill>
                  <a:prstClr val="black"/>
                </a:solidFill>
                <a:effectLst/>
                <a:uLnTx/>
                <a:uFillTx/>
                <a:latin typeface="Segoe Sans Display Semibold" pitchFamily="2" charset="0"/>
                <a:ea typeface="+mn-ea"/>
                <a:cs typeface="Segoe Sans Display Semibold" pitchFamily="2" charset="0"/>
              </a:rPr>
              <a:t>Data Security Envisioning Workshop </a:t>
            </a:r>
            <a:r>
              <a:rPr kumimoji="0" lang="en-US" sz="900" b="0" i="0" u="none" strike="noStrike" kern="1200" cap="none" spc="-20" normalizeH="0" noProof="0" dirty="0">
                <a:ln>
                  <a:noFill/>
                </a:ln>
                <a:solidFill>
                  <a:prstClr val="black"/>
                </a:solidFill>
                <a:effectLst/>
                <a:uLnTx/>
                <a:uFillTx/>
                <a:latin typeface="Segoe Sans Display"/>
                <a:ea typeface="+mn-ea"/>
                <a:cs typeface="Segoe UI"/>
              </a:rPr>
              <a:t>gives you the insights you need to understand </a:t>
            </a:r>
            <a:r>
              <a:rPr kumimoji="0" lang="en-US" sz="900" b="0" i="0" u="none" strike="noStrike" kern="1200" cap="none" normalizeH="0" noProof="0" dirty="0">
                <a:ln>
                  <a:noFill/>
                </a:ln>
                <a:solidFill>
                  <a:prstClr val="black"/>
                </a:solidFill>
                <a:effectLst/>
                <a:uLnTx/>
                <a:uFillTx/>
                <a:latin typeface="Segoe Sans Display"/>
                <a:ea typeface="+mn-ea"/>
                <a:cs typeface="Segoe UI"/>
              </a:rPr>
              <a:t>data security, privacy and compliance risks in your organization.</a:t>
            </a:r>
            <a:endParaRPr kumimoji="0" sz="900" b="0" i="0" u="none" strike="noStrike" kern="1200" cap="none" normalizeH="0" noProof="0" dirty="0">
              <a:ln>
                <a:noFill/>
              </a:ln>
              <a:solidFill>
                <a:prstClr val="black"/>
              </a:solidFill>
              <a:effectLst/>
              <a:uLnTx/>
              <a:uFillTx/>
              <a:latin typeface="Segoe Sans Display"/>
              <a:ea typeface="+mn-ea"/>
              <a:cs typeface="Segoe UI"/>
            </a:endParaRPr>
          </a:p>
        </p:txBody>
      </p:sp>
      <p:sp>
        <p:nvSpPr>
          <p:cNvPr id="25" name="object 18">
            <a:extLst>
              <a:ext uri="{FF2B5EF4-FFF2-40B4-BE49-F238E27FC236}">
                <a16:creationId xmlns:a16="http://schemas.microsoft.com/office/drawing/2014/main" id="{1907096A-8D5C-1986-3731-A37655F40779}"/>
              </a:ext>
            </a:extLst>
          </p:cNvPr>
          <p:cNvSpPr txBox="1"/>
          <p:nvPr/>
        </p:nvSpPr>
        <p:spPr>
          <a:xfrm>
            <a:off x="381001" y="6298911"/>
            <a:ext cx="7118350" cy="630942"/>
          </a:xfrm>
          <a:prstGeom prst="rect">
            <a:avLst/>
          </a:prstGeom>
        </p:spPr>
        <p:txBody>
          <a:bodyPr vert="horz" wrap="square" lIns="0" tIns="0" rIns="0" bIns="0" rtlCol="0">
            <a:spAutoFit/>
          </a:bodyPr>
          <a:lstStyle/>
          <a:p>
            <a:pPr marL="0" marR="5080" lvl="0" indent="0" algn="l" defTabSz="914367"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5" normalizeH="0" noProof="0" dirty="0">
                <a:ln>
                  <a:noFill/>
                </a:ln>
                <a:solidFill>
                  <a:prstClr val="black"/>
                </a:solidFill>
                <a:effectLst/>
                <a:uLnTx/>
                <a:uFillTx/>
                <a:latin typeface="Segoe Sans Display Semibold" pitchFamily="2" charset="0"/>
                <a:cs typeface="Segoe Sans Display Semibold" pitchFamily="2" charset="0"/>
              </a:rPr>
              <a:t>As your </a:t>
            </a:r>
            <a:r>
              <a:rPr kumimoji="0" lang="en-US" sz="1200" b="0" i="0" u="none" strike="noStrike" kern="1200" cap="none" spc="-20" normalizeH="0" noProof="0" dirty="0">
                <a:ln>
                  <a:noFill/>
                </a:ln>
                <a:solidFill>
                  <a:prstClr val="black"/>
                </a:solidFill>
                <a:effectLst/>
                <a:uLnTx/>
                <a:uFillTx/>
                <a:latin typeface="Segoe Sans Display Semibold" pitchFamily="2" charset="0"/>
                <a:cs typeface="Segoe Sans Display Semibold" pitchFamily="2" charset="0"/>
              </a:rPr>
              <a:t>business-critical data </a:t>
            </a:r>
            <a:r>
              <a:rPr kumimoji="0" lang="en-US" sz="1200" b="0" i="0" u="none" strike="noStrike" kern="1200" cap="none" spc="-10" normalizeH="0" noProof="0" dirty="0">
                <a:ln>
                  <a:noFill/>
                </a:ln>
                <a:solidFill>
                  <a:prstClr val="black"/>
                </a:solidFill>
                <a:effectLst/>
                <a:uLnTx/>
                <a:uFillTx/>
                <a:latin typeface="Segoe Sans Display Semibold" pitchFamily="2" charset="0"/>
                <a:cs typeface="Segoe Sans Display Semibold" pitchFamily="2" charset="0"/>
              </a:rPr>
              <a:t>expands and generative AI is being deployed rapidly, having an integrated </a:t>
            </a:r>
            <a:r>
              <a:rPr kumimoji="0" lang="en-US" sz="1200" b="0" i="0" u="none" strike="noStrike" kern="1200" cap="none" spc="-20" normalizeH="0" noProof="0" dirty="0">
                <a:ln>
                  <a:noFill/>
                </a:ln>
                <a:solidFill>
                  <a:prstClr val="black"/>
                </a:solidFill>
                <a:effectLst/>
                <a:uLnTx/>
                <a:uFillTx/>
                <a:latin typeface="Segoe Sans Display Semibold" pitchFamily="2" charset="0"/>
                <a:cs typeface="Segoe Sans Display Semibold" pitchFamily="2" charset="0"/>
              </a:rPr>
              <a:t>approach that can help quickly identify, triage, and act on data security risks is more </a:t>
            </a:r>
            <a:r>
              <a:rPr kumimoji="0" lang="en-US" sz="1200" b="0" i="0" u="none" strike="noStrike" kern="1200" cap="none" spc="-5" normalizeH="0" noProof="0" dirty="0">
                <a:ln>
                  <a:noFill/>
                </a:ln>
                <a:solidFill>
                  <a:prstClr val="black"/>
                </a:solidFill>
                <a:effectLst/>
                <a:uLnTx/>
                <a:uFillTx/>
                <a:latin typeface="Segoe Sans Display Semibold" pitchFamily="2" charset="0"/>
                <a:cs typeface="Segoe Sans Display Semibold" pitchFamily="2" charset="0"/>
              </a:rPr>
              <a:t>important than ever.</a:t>
            </a:r>
          </a:p>
          <a:p>
            <a:pPr marL="0" marR="5080" lvl="0" indent="0" algn="l" defTabSz="914367" rtl="0" eaLnBrk="1" fontAlgn="auto" latinLnBrk="0" hangingPunct="1">
              <a:lnSpc>
                <a:spcPct val="100000"/>
              </a:lnSpc>
              <a:spcBef>
                <a:spcPts val="0"/>
              </a:spcBef>
              <a:spcAft>
                <a:spcPts val="600"/>
              </a:spcAft>
              <a:buClrTx/>
              <a:buSzTx/>
              <a:buFontTx/>
              <a:buNone/>
              <a:tabLst/>
              <a:defRPr/>
            </a:pPr>
            <a:r>
              <a:rPr kumimoji="0" sz="1200" b="0" i="0" u="none" strike="noStrike" kern="1200" cap="none" spc="-5" normalizeH="0" noProof="0" dirty="0">
                <a:ln>
                  <a:noFill/>
                </a:ln>
                <a:solidFill>
                  <a:prstClr val="black"/>
                </a:solidFill>
                <a:effectLst/>
                <a:uLnTx/>
                <a:uFillTx/>
                <a:latin typeface="Segoe Sans Display Semibold" pitchFamily="2" charset="0"/>
                <a:cs typeface="Segoe Sans Display Semibold" pitchFamily="2" charset="0"/>
              </a:rPr>
              <a:t>By </a:t>
            </a:r>
            <a:r>
              <a:rPr kumimoji="0" lang="en-US" sz="1200" b="0" i="0" u="none" strike="noStrike" kern="1200" cap="none" spc="-5" normalizeH="0" noProof="0" dirty="0">
                <a:ln>
                  <a:noFill/>
                </a:ln>
                <a:solidFill>
                  <a:prstClr val="black"/>
                </a:solidFill>
                <a:effectLst/>
                <a:uLnTx/>
                <a:uFillTx/>
                <a:latin typeface="Segoe Sans Display Semibold" pitchFamily="2" charset="0"/>
                <a:cs typeface="Segoe Sans Display Semibold" pitchFamily="2" charset="0"/>
              </a:rPr>
              <a:t>participating in this workshop</a:t>
            </a:r>
            <a:r>
              <a:rPr kumimoji="0" sz="1200" b="0" i="0" u="none" strike="noStrike" kern="1200" cap="none" normalizeH="0" noProof="0" dirty="0">
                <a:ln>
                  <a:noFill/>
                </a:ln>
                <a:solidFill>
                  <a:prstClr val="black"/>
                </a:solidFill>
                <a:effectLst/>
                <a:uLnTx/>
                <a:uFillTx/>
                <a:latin typeface="Segoe Sans Display Semibold" pitchFamily="2" charset="0"/>
                <a:cs typeface="Segoe Sans Display Semibold" pitchFamily="2" charset="0"/>
              </a:rPr>
              <a:t>, our experts will work with you</a:t>
            </a:r>
            <a:r>
              <a:rPr kumimoji="0" sz="1200" b="0" i="0" u="none" strike="noStrike" kern="1200" cap="none" spc="-130" normalizeH="0" noProof="0" dirty="0">
                <a:ln>
                  <a:noFill/>
                </a:ln>
                <a:solidFill>
                  <a:prstClr val="black"/>
                </a:solidFill>
                <a:effectLst/>
                <a:uLnTx/>
                <a:uFillTx/>
                <a:latin typeface="Segoe Sans Display Semibold" pitchFamily="2" charset="0"/>
                <a:cs typeface="Segoe Sans Display Semibold" pitchFamily="2" charset="0"/>
              </a:rPr>
              <a:t> </a:t>
            </a:r>
            <a:r>
              <a:rPr kumimoji="0" sz="1200" b="0" i="0" u="none" strike="noStrike" kern="1200" cap="none" normalizeH="0" noProof="0" dirty="0">
                <a:ln>
                  <a:noFill/>
                </a:ln>
                <a:solidFill>
                  <a:prstClr val="black"/>
                </a:solidFill>
                <a:effectLst/>
                <a:uLnTx/>
                <a:uFillTx/>
                <a:latin typeface="Segoe Sans Display Semibold" pitchFamily="2" charset="0"/>
                <a:cs typeface="Segoe Sans Display Semibold" pitchFamily="2" charset="0"/>
              </a:rPr>
              <a:t>to:</a:t>
            </a:r>
          </a:p>
        </p:txBody>
      </p:sp>
      <p:sp>
        <p:nvSpPr>
          <p:cNvPr id="24" name="Rectangle 23">
            <a:extLst>
              <a:ext uri="{FF2B5EF4-FFF2-40B4-BE49-F238E27FC236}">
                <a16:creationId xmlns:a16="http://schemas.microsoft.com/office/drawing/2014/main" id="{C14E51EC-F08C-5717-AAD7-C533A030FF0A}"/>
              </a:ext>
            </a:extLst>
          </p:cNvPr>
          <p:cNvSpPr/>
          <p:nvPr/>
        </p:nvSpPr>
        <p:spPr bwMode="auto">
          <a:xfrm>
            <a:off x="582844" y="7197405"/>
            <a:ext cx="1301749" cy="60229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5080" lvl="0" indent="0" algn="l" defTabSz="914367" rtl="0" eaLnBrk="1" fontAlgn="auto" latinLnBrk="0" hangingPunct="1">
              <a:lnSpc>
                <a:spcPct val="101899"/>
              </a:lnSpc>
              <a:spcBef>
                <a:spcPts val="0"/>
              </a:spcBef>
              <a:spcAft>
                <a:spcPts val="0"/>
              </a:spcAft>
              <a:buClrTx/>
              <a:buSzTx/>
              <a:buFontTx/>
              <a:buNone/>
              <a:tabLst/>
              <a:defRPr/>
            </a:pPr>
            <a:r>
              <a:rPr kumimoji="0" lang="en-US" sz="900" b="0" i="0" u="none" strike="noStrike" kern="1200" cap="none" normalizeH="0" noProof="0" dirty="0">
                <a:ln>
                  <a:noFill/>
                </a:ln>
                <a:solidFill>
                  <a:prstClr val="black"/>
                </a:solidFill>
                <a:effectLst/>
                <a:uLnTx/>
                <a:uFillTx/>
                <a:latin typeface="Segoe Sans Display"/>
                <a:ea typeface="+mn-ea"/>
                <a:cs typeface="Segoe UI"/>
              </a:rPr>
              <a:t>Document your objectives and strategy around data security, privacy and compliance.</a:t>
            </a:r>
          </a:p>
        </p:txBody>
      </p:sp>
      <p:sp>
        <p:nvSpPr>
          <p:cNvPr id="26" name="Rectangle 25">
            <a:extLst>
              <a:ext uri="{FF2B5EF4-FFF2-40B4-BE49-F238E27FC236}">
                <a16:creationId xmlns:a16="http://schemas.microsoft.com/office/drawing/2014/main" id="{8CB75ACF-AC79-77CB-152E-25CC5961E8D3}"/>
              </a:ext>
            </a:extLst>
          </p:cNvPr>
          <p:cNvSpPr/>
          <p:nvPr/>
        </p:nvSpPr>
        <p:spPr bwMode="auto">
          <a:xfrm>
            <a:off x="2355303" y="7197405"/>
            <a:ext cx="1298448" cy="60229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5080" lvl="0" indent="0" algn="l" defTabSz="914367" rtl="0" eaLnBrk="1" fontAlgn="auto" latinLnBrk="0" hangingPunct="1">
              <a:lnSpc>
                <a:spcPct val="101899"/>
              </a:lnSpc>
              <a:spcBef>
                <a:spcPts val="0"/>
              </a:spcBef>
              <a:spcAft>
                <a:spcPts val="0"/>
              </a:spcAft>
              <a:buClrTx/>
              <a:buSzTx/>
              <a:buFontTx/>
              <a:buNone/>
              <a:tabLst/>
              <a:defRPr/>
            </a:pPr>
            <a:r>
              <a:rPr kumimoji="0" lang="en-US" sz="900" b="0" i="0" u="none" strike="noStrike" kern="1200" cap="none" normalizeH="0" noProof="0" dirty="0">
                <a:ln>
                  <a:noFill/>
                </a:ln>
                <a:solidFill>
                  <a:prstClr val="black"/>
                </a:solidFill>
                <a:effectLst/>
                <a:uLnTx/>
                <a:uFillTx/>
                <a:latin typeface="Segoe Sans Display"/>
                <a:ea typeface="+mn-ea"/>
                <a:cs typeface="Segoe UI"/>
              </a:rPr>
              <a:t>Show how to detect, investigate and take action on Data security and privacy risks.</a:t>
            </a:r>
          </a:p>
        </p:txBody>
      </p:sp>
      <p:sp>
        <p:nvSpPr>
          <p:cNvPr id="27" name="Rectangle 26">
            <a:extLst>
              <a:ext uri="{FF2B5EF4-FFF2-40B4-BE49-F238E27FC236}">
                <a16:creationId xmlns:a16="http://schemas.microsoft.com/office/drawing/2014/main" id="{75A0E5B7-39EA-53DD-BB65-389E068F2EBA}"/>
              </a:ext>
            </a:extLst>
          </p:cNvPr>
          <p:cNvSpPr/>
          <p:nvPr/>
        </p:nvSpPr>
        <p:spPr bwMode="auto">
          <a:xfrm>
            <a:off x="4094403" y="7197405"/>
            <a:ext cx="1361864" cy="60229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5080" lvl="0" indent="0" algn="l" defTabSz="914367" rtl="0" eaLnBrk="1" fontAlgn="auto" latinLnBrk="0" hangingPunct="1">
              <a:lnSpc>
                <a:spcPct val="101899"/>
              </a:lnSpc>
              <a:spcBef>
                <a:spcPts val="0"/>
              </a:spcBef>
              <a:spcAft>
                <a:spcPts val="0"/>
              </a:spcAft>
              <a:buClrTx/>
              <a:buSzTx/>
              <a:buFontTx/>
              <a:buNone/>
              <a:tabLst/>
              <a:defRPr/>
            </a:pPr>
            <a:r>
              <a:rPr kumimoji="0" lang="en-US" sz="900" b="0" i="0" u="none" strike="noStrike" kern="1200" cap="none" normalizeH="0" noProof="0" dirty="0">
                <a:ln>
                  <a:noFill/>
                </a:ln>
                <a:solidFill>
                  <a:prstClr val="black"/>
                </a:solidFill>
                <a:effectLst/>
                <a:uLnTx/>
                <a:uFillTx/>
                <a:latin typeface="Segoe Sans Display"/>
                <a:ea typeface="+mn-ea"/>
                <a:cs typeface="Segoe UI"/>
              </a:rPr>
              <a:t>Demonstrate ways to </a:t>
            </a:r>
            <a:r>
              <a:rPr kumimoji="0" lang="en-US" sz="900" b="0" i="0" u="none" strike="noStrike" kern="1200" cap="none" spc="-20" normalizeH="0" noProof="0" dirty="0">
                <a:ln>
                  <a:noFill/>
                </a:ln>
                <a:solidFill>
                  <a:prstClr val="black"/>
                </a:solidFill>
                <a:effectLst/>
                <a:uLnTx/>
                <a:uFillTx/>
                <a:latin typeface="Segoe Sans Display"/>
                <a:ea typeface="+mn-ea"/>
                <a:cs typeface="Segoe UI"/>
              </a:rPr>
              <a:t>accelerate your compliance </a:t>
            </a:r>
            <a:r>
              <a:rPr kumimoji="0" lang="en-US" sz="900" b="0" i="0" u="none" strike="noStrike" kern="1200" cap="none" normalizeH="0" noProof="0" dirty="0">
                <a:ln>
                  <a:noFill/>
                </a:ln>
                <a:solidFill>
                  <a:prstClr val="black"/>
                </a:solidFill>
                <a:effectLst/>
                <a:uLnTx/>
                <a:uFillTx/>
                <a:latin typeface="Segoe Sans Display"/>
                <a:ea typeface="+mn-ea"/>
                <a:cs typeface="Segoe UI"/>
              </a:rPr>
              <a:t>journey with the latest Microsoft technologies</a:t>
            </a:r>
          </a:p>
        </p:txBody>
      </p:sp>
      <p:sp>
        <p:nvSpPr>
          <p:cNvPr id="36" name="Rectangle 35">
            <a:extLst>
              <a:ext uri="{FF2B5EF4-FFF2-40B4-BE49-F238E27FC236}">
                <a16:creationId xmlns:a16="http://schemas.microsoft.com/office/drawing/2014/main" id="{7401872C-8A56-A7AB-9BB6-F5D1CAB99A9F}"/>
              </a:ext>
            </a:extLst>
          </p:cNvPr>
          <p:cNvSpPr/>
          <p:nvPr/>
        </p:nvSpPr>
        <p:spPr bwMode="auto">
          <a:xfrm>
            <a:off x="5896920" y="7197405"/>
            <a:ext cx="1180155" cy="60229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5080" lvl="0" indent="0" algn="l" defTabSz="914367" rtl="0" eaLnBrk="1" fontAlgn="auto" latinLnBrk="0" hangingPunct="1">
              <a:lnSpc>
                <a:spcPct val="101899"/>
              </a:lnSpc>
              <a:spcBef>
                <a:spcPts val="0"/>
              </a:spcBef>
              <a:spcAft>
                <a:spcPts val="0"/>
              </a:spcAft>
              <a:buClrTx/>
              <a:buSzTx/>
              <a:buFontTx/>
              <a:buNone/>
              <a:tabLst/>
              <a:defRPr/>
            </a:pPr>
            <a:r>
              <a:rPr kumimoji="0" lang="en-US" sz="900" b="0" i="0" u="none" strike="noStrike" kern="1200" cap="none" normalizeH="0" noProof="0" dirty="0">
                <a:ln>
                  <a:noFill/>
                </a:ln>
                <a:solidFill>
                  <a:prstClr val="black"/>
                </a:solidFill>
                <a:effectLst/>
                <a:uLnTx/>
                <a:uFillTx/>
                <a:latin typeface="Segoe Sans Display"/>
                <a:ea typeface="+mn-ea"/>
                <a:cs typeface="Segoe UI"/>
              </a:rPr>
              <a:t>Provide actionable next steps based on your needs and objectives</a:t>
            </a:r>
          </a:p>
        </p:txBody>
      </p:sp>
      <p:sp>
        <p:nvSpPr>
          <p:cNvPr id="49" name="TextBox 48">
            <a:extLst>
              <a:ext uri="{FF2B5EF4-FFF2-40B4-BE49-F238E27FC236}">
                <a16:creationId xmlns:a16="http://schemas.microsoft.com/office/drawing/2014/main" id="{A1156C9D-7D6A-F98F-1DD8-86789A2EA399}"/>
              </a:ext>
            </a:extLst>
          </p:cNvPr>
          <p:cNvSpPr txBox="1"/>
          <p:nvPr/>
        </p:nvSpPr>
        <p:spPr>
          <a:xfrm>
            <a:off x="551094" y="8464285"/>
            <a:ext cx="1459360" cy="784830"/>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prstClr val="black"/>
                </a:solidFill>
                <a:effectLst/>
                <a:uLnTx/>
                <a:uFillTx/>
                <a:latin typeface="Segoe Sans Display"/>
                <a:ea typeface="+mn-ea"/>
                <a:cs typeface="Segoe Sans Display Semibold" pitchFamily="2" charset="0"/>
                <a:sym typeface="Segoe UI Semibold"/>
              </a:rPr>
              <a:t>Data Security Envisioning Workshop</a:t>
            </a:r>
          </a:p>
        </p:txBody>
      </p:sp>
      <p:sp>
        <p:nvSpPr>
          <p:cNvPr id="113" name="TextBox 112">
            <a:extLst>
              <a:ext uri="{FF2B5EF4-FFF2-40B4-BE49-F238E27FC236}">
                <a16:creationId xmlns:a16="http://schemas.microsoft.com/office/drawing/2014/main" id="{995783A8-8453-C47C-0725-1D01384FB73E}"/>
              </a:ext>
            </a:extLst>
          </p:cNvPr>
          <p:cNvSpPr txBox="1"/>
          <p:nvPr/>
        </p:nvSpPr>
        <p:spPr>
          <a:xfrm>
            <a:off x="2293309" y="9043193"/>
            <a:ext cx="875241" cy="276999"/>
          </a:xfrm>
          <a:prstGeom prst="rect">
            <a:avLst/>
          </a:prstGeom>
          <a:noFill/>
        </p:spPr>
        <p:txBody>
          <a:bodyPr wrap="non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noProof="0" dirty="0">
                <a:ln>
                  <a:noFill/>
                </a:ln>
                <a:solidFill>
                  <a:prstClr val="black"/>
                </a:solidFill>
                <a:effectLst/>
                <a:uLnTx/>
                <a:uFillTx/>
                <a:latin typeface="Segoe Sans Display Semibold" pitchFamily="2" charset="0"/>
                <a:ea typeface="+mn-ea"/>
                <a:cs typeface="Segoe Sans Display Semibold" pitchFamily="2" charset="0"/>
                <a:sym typeface="Segoe UI Semibold"/>
              </a:rPr>
              <a:t>Pre-engagement</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noProof="0" dirty="0">
                <a:ln>
                  <a:noFill/>
                </a:ln>
                <a:solidFill>
                  <a:prstClr val="black"/>
                </a:solidFill>
                <a:effectLst/>
                <a:uLnTx/>
                <a:uFillTx/>
                <a:latin typeface="Segoe Sans Display Semibold" pitchFamily="2" charset="0"/>
                <a:ea typeface="+mn-ea"/>
                <a:cs typeface="Segoe Sans Display Semibold" pitchFamily="2" charset="0"/>
                <a:sym typeface="Segoe UI Semibold"/>
              </a:rPr>
              <a:t>meeting</a:t>
            </a:r>
          </a:p>
        </p:txBody>
      </p:sp>
      <p:sp>
        <p:nvSpPr>
          <p:cNvPr id="114" name="TextBox 113">
            <a:extLst>
              <a:ext uri="{FF2B5EF4-FFF2-40B4-BE49-F238E27FC236}">
                <a16:creationId xmlns:a16="http://schemas.microsoft.com/office/drawing/2014/main" id="{90C6B3D5-BD47-8190-2520-3A7A388EC6EF}"/>
              </a:ext>
            </a:extLst>
          </p:cNvPr>
          <p:cNvSpPr txBox="1"/>
          <p:nvPr/>
        </p:nvSpPr>
        <p:spPr>
          <a:xfrm>
            <a:off x="3650266" y="9043193"/>
            <a:ext cx="706925" cy="276999"/>
          </a:xfrm>
          <a:prstGeom prst="rect">
            <a:avLst/>
          </a:prstGeom>
          <a:noFill/>
        </p:spPr>
        <p:txBody>
          <a:bodyPr wrap="non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noProof="0" dirty="0">
                <a:ln>
                  <a:noFill/>
                </a:ln>
                <a:solidFill>
                  <a:prstClr val="black"/>
                </a:solidFill>
                <a:effectLst/>
                <a:uLnTx/>
                <a:uFillTx/>
                <a:latin typeface="Segoe Sans Display Semibold" pitchFamily="2" charset="0"/>
                <a:ea typeface="+mn-ea"/>
                <a:cs typeface="Segoe Sans Display Semibold" pitchFamily="2" charset="0"/>
                <a:sym typeface="Segoe UI Semibold"/>
              </a:rPr>
              <a:t>Data Security</a:t>
            </a:r>
            <a:br>
              <a:rPr kumimoji="0" lang="en-US" sz="900" b="0" i="0" u="none" strike="noStrike" kern="1200" cap="none" spc="-10" normalizeH="0" noProof="0" dirty="0">
                <a:ln>
                  <a:noFill/>
                </a:ln>
                <a:solidFill>
                  <a:prstClr val="black"/>
                </a:solidFill>
                <a:effectLst/>
                <a:uLnTx/>
                <a:uFillTx/>
                <a:latin typeface="Segoe Sans Display Semibold" pitchFamily="2" charset="0"/>
                <a:ea typeface="+mn-ea"/>
                <a:cs typeface="Segoe Sans Display Semibold" pitchFamily="2" charset="0"/>
                <a:sym typeface="Segoe UI Semibold"/>
              </a:rPr>
            </a:br>
            <a:r>
              <a:rPr kumimoji="0" lang="en-US" sz="900" b="0" i="0" u="none" strike="noStrike" kern="1200" cap="none" spc="-10" normalizeH="0" noProof="0" dirty="0">
                <a:ln>
                  <a:noFill/>
                </a:ln>
                <a:solidFill>
                  <a:prstClr val="black"/>
                </a:solidFill>
                <a:effectLst/>
                <a:uLnTx/>
                <a:uFillTx/>
                <a:latin typeface="Segoe Sans Display Semibold" pitchFamily="2" charset="0"/>
                <a:ea typeface="+mn-ea"/>
                <a:cs typeface="Segoe Sans Display Semibold" pitchFamily="2" charset="0"/>
                <a:sym typeface="Segoe UI Semibold"/>
              </a:rPr>
              <a:t>Check</a:t>
            </a:r>
          </a:p>
        </p:txBody>
      </p:sp>
      <p:sp>
        <p:nvSpPr>
          <p:cNvPr id="115" name="TextBox 114">
            <a:extLst>
              <a:ext uri="{FF2B5EF4-FFF2-40B4-BE49-F238E27FC236}">
                <a16:creationId xmlns:a16="http://schemas.microsoft.com/office/drawing/2014/main" id="{6CD55C04-7C6F-F0C7-447B-EF4BEA65396D}"/>
              </a:ext>
            </a:extLst>
          </p:cNvPr>
          <p:cNvSpPr txBox="1"/>
          <p:nvPr/>
        </p:nvSpPr>
        <p:spPr>
          <a:xfrm>
            <a:off x="4788414" y="9043193"/>
            <a:ext cx="976229" cy="276999"/>
          </a:xfrm>
          <a:prstGeom prst="rect">
            <a:avLst/>
          </a:prstGeom>
          <a:noFill/>
        </p:spPr>
        <p:txBody>
          <a:bodyPr wrap="non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noProof="0" dirty="0">
                <a:ln>
                  <a:noFill/>
                </a:ln>
                <a:solidFill>
                  <a:prstClr val="black"/>
                </a:solidFill>
                <a:effectLst/>
                <a:uLnTx/>
                <a:uFillTx/>
                <a:latin typeface="Segoe Sans Display Semibold" pitchFamily="2" charset="0"/>
                <a:ea typeface="+mn-ea"/>
                <a:cs typeface="Segoe Sans Display Semibold" pitchFamily="2" charset="0"/>
                <a:sym typeface="Segoe UI Semibold"/>
              </a:rPr>
              <a:t>Microsoft Purview</a:t>
            </a:r>
            <a:br>
              <a:rPr kumimoji="0" lang="en-US" sz="900" b="0" i="0" u="none" strike="noStrike" kern="1200" cap="none" spc="-10" normalizeH="0" noProof="0" dirty="0">
                <a:ln>
                  <a:noFill/>
                </a:ln>
                <a:solidFill>
                  <a:prstClr val="black"/>
                </a:solidFill>
                <a:effectLst/>
                <a:uLnTx/>
                <a:uFillTx/>
                <a:latin typeface="Segoe Sans Display Semibold" pitchFamily="2" charset="0"/>
                <a:ea typeface="+mn-ea"/>
                <a:cs typeface="Segoe Sans Display Semibold" pitchFamily="2" charset="0"/>
                <a:sym typeface="Segoe UI Semibold"/>
              </a:rPr>
            </a:br>
            <a:r>
              <a:rPr kumimoji="0" lang="en-US" sz="900" b="0" i="0" u="none" strike="noStrike" kern="1200" cap="none" spc="-10" normalizeH="0" noProof="0" dirty="0">
                <a:ln>
                  <a:noFill/>
                </a:ln>
                <a:solidFill>
                  <a:prstClr val="black"/>
                </a:solidFill>
                <a:effectLst/>
                <a:uLnTx/>
                <a:uFillTx/>
                <a:latin typeface="Segoe Sans Display Semibold" pitchFamily="2" charset="0"/>
                <a:ea typeface="+mn-ea"/>
                <a:cs typeface="Segoe Sans Display Semibold" pitchFamily="2" charset="0"/>
                <a:sym typeface="Segoe UI Semibold"/>
              </a:rPr>
              <a:t>Portfolio Overview</a:t>
            </a:r>
          </a:p>
        </p:txBody>
      </p:sp>
      <p:sp>
        <p:nvSpPr>
          <p:cNvPr id="116" name="TextBox 115">
            <a:extLst>
              <a:ext uri="{FF2B5EF4-FFF2-40B4-BE49-F238E27FC236}">
                <a16:creationId xmlns:a16="http://schemas.microsoft.com/office/drawing/2014/main" id="{9B8D3658-8E7F-E4A4-01F7-565EECB448DA}"/>
              </a:ext>
            </a:extLst>
          </p:cNvPr>
          <p:cNvSpPr txBox="1"/>
          <p:nvPr/>
        </p:nvSpPr>
        <p:spPr>
          <a:xfrm>
            <a:off x="6328030" y="9043193"/>
            <a:ext cx="981038" cy="276999"/>
          </a:xfrm>
          <a:prstGeom prst="rect">
            <a:avLst/>
          </a:prstGeom>
          <a:noFill/>
        </p:spPr>
        <p:txBody>
          <a:bodyPr wrap="non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noProof="0" dirty="0">
                <a:ln>
                  <a:noFill/>
                </a:ln>
                <a:solidFill>
                  <a:prstClr val="black"/>
                </a:solidFill>
                <a:effectLst/>
                <a:uLnTx/>
                <a:uFillTx/>
                <a:latin typeface="Segoe Sans Display Semibold" pitchFamily="2" charset="0"/>
                <a:ea typeface="+mn-ea"/>
                <a:cs typeface="Segoe Sans Display Semibold" pitchFamily="2" charset="0"/>
                <a:sym typeface="Segoe UI Semibold"/>
              </a:rPr>
              <a:t>Recommendations</a:t>
            </a:r>
            <a:br>
              <a:rPr kumimoji="0" lang="en-US" sz="900" b="0" i="0" u="none" strike="noStrike" kern="1200" cap="none" spc="-10" normalizeH="0" noProof="0" dirty="0">
                <a:ln>
                  <a:noFill/>
                </a:ln>
                <a:solidFill>
                  <a:prstClr val="black"/>
                </a:solidFill>
                <a:effectLst/>
                <a:uLnTx/>
                <a:uFillTx/>
                <a:latin typeface="Segoe Sans Display Semibold" pitchFamily="2" charset="0"/>
                <a:ea typeface="+mn-ea"/>
                <a:cs typeface="Segoe Sans Display Semibold" pitchFamily="2" charset="0"/>
                <a:sym typeface="Segoe UI Semibold"/>
              </a:rPr>
            </a:br>
            <a:r>
              <a:rPr kumimoji="0" lang="en-US" sz="900" b="0" i="0" u="none" strike="noStrike" kern="1200" cap="none" spc="-10" normalizeH="0" noProof="0" dirty="0">
                <a:ln>
                  <a:noFill/>
                </a:ln>
                <a:solidFill>
                  <a:prstClr val="black"/>
                </a:solidFill>
                <a:effectLst/>
                <a:uLnTx/>
                <a:uFillTx/>
                <a:latin typeface="Segoe Sans Display Semibold" pitchFamily="2" charset="0"/>
                <a:ea typeface="+mn-ea"/>
                <a:cs typeface="Segoe Sans Display Semibold" pitchFamily="2" charset="0"/>
                <a:sym typeface="Segoe UI Semibold"/>
              </a:rPr>
              <a:t>and Next Steps</a:t>
            </a:r>
          </a:p>
        </p:txBody>
      </p:sp>
      <p:sp>
        <p:nvSpPr>
          <p:cNvPr id="118" name="object 4">
            <a:extLst>
              <a:ext uri="{FF2B5EF4-FFF2-40B4-BE49-F238E27FC236}">
                <a16:creationId xmlns:a16="http://schemas.microsoft.com/office/drawing/2014/main" id="{5532FF4C-2307-0760-EB51-EA92A4D6BBDC}"/>
              </a:ext>
            </a:extLst>
          </p:cNvPr>
          <p:cNvSpPr txBox="1"/>
          <p:nvPr/>
        </p:nvSpPr>
        <p:spPr>
          <a:xfrm>
            <a:off x="381001" y="9847620"/>
            <a:ext cx="6696074" cy="123111"/>
          </a:xfrm>
          <a:prstGeom prst="rect">
            <a:avLst/>
          </a:prstGeom>
        </p:spPr>
        <p:txBody>
          <a:bodyPr vert="horz" wrap="square" lIns="0" tIns="0" rIns="0" bIns="0" rtlCol="0">
            <a:spAutoFit/>
          </a:bodyPr>
          <a:lstStyle/>
          <a:p>
            <a:pPr marL="0" marR="0" lvl="0" indent="0" algn="l" defTabSz="932742" rtl="0" eaLnBrk="1" fontAlgn="auto" latinLnBrk="0" hangingPunct="1">
              <a:lnSpc>
                <a:spcPct val="100000"/>
              </a:lnSpc>
              <a:spcBef>
                <a:spcPts val="200"/>
              </a:spcBef>
              <a:spcAft>
                <a:spcPts val="0"/>
              </a:spcAft>
              <a:buClrTx/>
              <a:buSzPct val="90000"/>
              <a:buFontTx/>
              <a:buNone/>
              <a:tabLst>
                <a:tab pos="179388" algn="l"/>
              </a:tabLst>
              <a:defRPr/>
            </a:pPr>
            <a:r>
              <a:rPr kumimoji="0" lang="en-US" sz="800" b="0" i="0" u="sng" strike="noStrike" kern="1200" cap="none" spc="0" normalizeH="0" baseline="0" noProof="0" dirty="0">
                <a:ln>
                  <a:noFill/>
                </a:ln>
                <a:solidFill>
                  <a:srgbClr val="000000"/>
                </a:solidFill>
                <a:effectLst/>
                <a:uLnTx/>
                <a:uFillTx/>
                <a:latin typeface="Segoe Sans Display"/>
                <a:ea typeface="+mn-lt"/>
                <a:cs typeface="Segoe UI"/>
              </a:rPr>
              <a:t>Sources</a:t>
            </a:r>
            <a:r>
              <a:rPr kumimoji="0" lang="en-US" sz="800" b="0" i="0" u="none" strike="noStrike" kern="1200" cap="none" spc="0" normalizeH="0" baseline="0" noProof="0" dirty="0">
                <a:ln>
                  <a:noFill/>
                </a:ln>
                <a:solidFill>
                  <a:srgbClr val="000000"/>
                </a:solidFill>
                <a:effectLst/>
                <a:uLnTx/>
                <a:uFillTx/>
                <a:latin typeface="Segoe Sans Display"/>
                <a:ea typeface="+mn-lt"/>
                <a:cs typeface="Segoe UI"/>
              </a:rPr>
              <a:t>: Microsoft Data Security Index report / First Annual Generative AI Study: Business Rewards vs. Security Risks, Q3 2023, ISMG, N=400</a:t>
            </a:r>
          </a:p>
        </p:txBody>
      </p:sp>
    </p:spTree>
    <p:extLst>
      <p:ext uri="{BB962C8B-B14F-4D97-AF65-F5344CB8AC3E}">
        <p14:creationId xmlns:p14="http://schemas.microsoft.com/office/powerpoint/2010/main" val="1385276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9BCA3-D44D-7D7D-54F5-C9E205897E5F}"/>
            </a:ext>
          </a:extLst>
        </p:cNvPr>
        <p:cNvGrpSpPr/>
        <p:nvPr/>
      </p:nvGrpSpPr>
      <p:grpSpPr>
        <a:xfrm>
          <a:off x="0" y="0"/>
          <a:ext cx="0" cy="0"/>
          <a:chOff x="0" y="0"/>
          <a:chExt cx="0" cy="0"/>
        </a:xfrm>
      </p:grpSpPr>
      <p:sp>
        <p:nvSpPr>
          <p:cNvPr id="198" name="Rectangle 197">
            <a:extLst>
              <a:ext uri="{FF2B5EF4-FFF2-40B4-BE49-F238E27FC236}">
                <a16:creationId xmlns:a16="http://schemas.microsoft.com/office/drawing/2014/main" id="{0132D59E-AB86-B638-323E-4AA119A3E5A3}"/>
              </a:ext>
              <a:ext uri="{C183D7F6-B498-43B3-948B-1728B52AA6E4}">
                <adec:decorative xmlns:adec="http://schemas.microsoft.com/office/drawing/2017/decorative" val="1"/>
              </a:ext>
            </a:extLst>
          </p:cNvPr>
          <p:cNvSpPr/>
          <p:nvPr/>
        </p:nvSpPr>
        <p:spPr bwMode="auto">
          <a:xfrm>
            <a:off x="-723479" y="12677"/>
            <a:ext cx="643095" cy="10033048"/>
          </a:xfrm>
          <a:prstGeom prst="rect">
            <a:avLst/>
          </a:prstGeom>
          <a:solidFill>
            <a:srgbClr val="FFFFFF">
              <a:lumMod val="85000"/>
            </a:srgbClr>
          </a:solidFill>
          <a:ln w="57150" cap="flat" cmpd="sng" algn="ctr">
            <a:solidFill>
              <a:srgbClr val="FFFFFF">
                <a:lumMod val="85000"/>
              </a:srgbClr>
            </a:solidFill>
            <a:prstDash val="solid"/>
            <a:headEnd type="none" w="med" len="med"/>
            <a:tailEnd type="none" w="med" len="med"/>
          </a:ln>
          <a:effectLst/>
        </p:spPr>
        <p:txBody>
          <a:bodyPr vert="vert270" wrap="square" lIns="0" tIns="46637" rIns="0" bIns="46637" numCol="1" rtlCol="0" anchor="ctr" anchorCtr="0" compatLnSpc="1">
            <a:prstTxWarp prst="textNoShape">
              <a:avLst/>
            </a:prstTxWarp>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a:ln>
                  <a:noFill/>
                </a:ln>
                <a:solidFill>
                  <a:srgbClr val="1A1A1A"/>
                </a:solidFill>
                <a:effectLst/>
                <a:uLnTx/>
                <a:uFillTx/>
                <a:latin typeface="Segoe UI"/>
                <a:ea typeface="+mn-ea"/>
                <a:cs typeface="+mn-cs"/>
              </a:rPr>
              <a:t>MASTER SLIDE - UPDATE IN THIS DECK</a:t>
            </a:r>
          </a:p>
        </p:txBody>
      </p:sp>
      <p:pic>
        <p:nvPicPr>
          <p:cNvPr id="199" name="Graphic 198">
            <a:extLst>
              <a:ext uri="{FF2B5EF4-FFF2-40B4-BE49-F238E27FC236}">
                <a16:creationId xmlns:a16="http://schemas.microsoft.com/office/drawing/2014/main" id="{3AB78A7C-3000-BAA2-7BFD-7C7CD6605D4A}"/>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744797" y="9359357"/>
            <a:ext cx="685731" cy="687003"/>
          </a:xfrm>
          <a:prstGeom prst="rect">
            <a:avLst/>
          </a:prstGeom>
        </p:spPr>
      </p:pic>
      <p:pic>
        <p:nvPicPr>
          <p:cNvPr id="61" name="Picture 60">
            <a:extLst>
              <a:ext uri="{FF2B5EF4-FFF2-40B4-BE49-F238E27FC236}">
                <a16:creationId xmlns:a16="http://schemas.microsoft.com/office/drawing/2014/main" id="{038EC7DB-7BB7-E7EE-5745-1628995D56F7}"/>
              </a:ext>
              <a:ext uri="{C183D7F6-B498-43B3-948B-1728B52AA6E4}">
                <adec:decorative xmlns:adec="http://schemas.microsoft.com/office/drawing/2017/decorative" val="1"/>
              </a:ext>
            </a:extLst>
          </p:cNvPr>
          <p:cNvPicPr>
            <a:picLocks/>
          </p:cNvPicPr>
          <p:nvPr/>
        </p:nvPicPr>
        <p:blipFill rotWithShape="1">
          <a:blip r:embed="rId5">
            <a:extLst>
              <a:ext uri="{28A0092B-C50C-407E-A947-70E740481C1C}">
                <a14:useLocalDpi xmlns:a14="http://schemas.microsoft.com/office/drawing/2010/main" val="0"/>
              </a:ext>
            </a:extLst>
          </a:blip>
          <a:srcRect l="91" r="91" b="1219"/>
          <a:stretch>
            <a:fillRect/>
          </a:stretch>
        </p:blipFill>
        <p:spPr>
          <a:xfrm>
            <a:off x="4423941" y="3614494"/>
            <a:ext cx="1234440" cy="1097280"/>
          </a:xfrm>
          <a:prstGeom prst="rect">
            <a:avLst/>
          </a:prstGeom>
        </p:spPr>
      </p:pic>
      <p:pic>
        <p:nvPicPr>
          <p:cNvPr id="60" name="Picture 59">
            <a:extLst>
              <a:ext uri="{FF2B5EF4-FFF2-40B4-BE49-F238E27FC236}">
                <a16:creationId xmlns:a16="http://schemas.microsoft.com/office/drawing/2014/main" id="{FC85C74B-773F-03C0-A980-48099A9F7518}"/>
              </a:ext>
              <a:ext uri="{C183D7F6-B498-43B3-948B-1728B52AA6E4}">
                <adec:decorative xmlns:adec="http://schemas.microsoft.com/office/drawing/2017/decorative" val="1"/>
              </a:ext>
            </a:extLst>
          </p:cNvPr>
          <p:cNvPicPr>
            <a:picLocks/>
          </p:cNvPicPr>
          <p:nvPr/>
        </p:nvPicPr>
        <p:blipFill rotWithShape="1">
          <a:blip r:embed="rId5">
            <a:extLst>
              <a:ext uri="{28A0092B-C50C-407E-A947-70E740481C1C}">
                <a14:useLocalDpi xmlns:a14="http://schemas.microsoft.com/office/drawing/2010/main" val="0"/>
              </a:ext>
            </a:extLst>
          </a:blip>
          <a:srcRect l="91" r="91" b="1219"/>
          <a:stretch>
            <a:fillRect/>
          </a:stretch>
        </p:blipFill>
        <p:spPr>
          <a:xfrm>
            <a:off x="6136101" y="3614494"/>
            <a:ext cx="1234440" cy="1097280"/>
          </a:xfrm>
          <a:prstGeom prst="rect">
            <a:avLst/>
          </a:prstGeom>
        </p:spPr>
      </p:pic>
      <p:pic>
        <p:nvPicPr>
          <p:cNvPr id="62" name="Picture 61">
            <a:extLst>
              <a:ext uri="{FF2B5EF4-FFF2-40B4-BE49-F238E27FC236}">
                <a16:creationId xmlns:a16="http://schemas.microsoft.com/office/drawing/2014/main" id="{382E5C9F-EA98-DFF7-C214-335EDD53C2D0}"/>
              </a:ext>
              <a:ext uri="{C183D7F6-B498-43B3-948B-1728B52AA6E4}">
                <adec:decorative xmlns:adec="http://schemas.microsoft.com/office/drawing/2017/decorative" val="1"/>
              </a:ext>
            </a:extLst>
          </p:cNvPr>
          <p:cNvPicPr>
            <a:picLocks/>
          </p:cNvPicPr>
          <p:nvPr/>
        </p:nvPicPr>
        <p:blipFill rotWithShape="1">
          <a:blip r:embed="rId5">
            <a:extLst>
              <a:ext uri="{28A0092B-C50C-407E-A947-70E740481C1C}">
                <a14:useLocalDpi xmlns:a14="http://schemas.microsoft.com/office/drawing/2010/main" val="0"/>
              </a:ext>
            </a:extLst>
          </a:blip>
          <a:srcRect l="91" r="91" b="1219"/>
          <a:stretch>
            <a:fillRect/>
          </a:stretch>
        </p:blipFill>
        <p:spPr>
          <a:xfrm>
            <a:off x="395329" y="3614494"/>
            <a:ext cx="1234440" cy="1097280"/>
          </a:xfrm>
          <a:prstGeom prst="rect">
            <a:avLst/>
          </a:prstGeom>
        </p:spPr>
      </p:pic>
      <p:pic>
        <p:nvPicPr>
          <p:cNvPr id="57" name="Picture 56">
            <a:extLst>
              <a:ext uri="{FF2B5EF4-FFF2-40B4-BE49-F238E27FC236}">
                <a16:creationId xmlns:a16="http://schemas.microsoft.com/office/drawing/2014/main" id="{1DD476E3-C3D2-1236-D60A-6E3DB9BF7198}"/>
              </a:ext>
              <a:ext uri="{C183D7F6-B498-43B3-948B-1728B52AA6E4}">
                <adec:decorative xmlns:adec="http://schemas.microsoft.com/office/drawing/2017/decorative" val="1"/>
              </a:ext>
            </a:extLst>
          </p:cNvPr>
          <p:cNvPicPr>
            <a:picLocks/>
          </p:cNvPicPr>
          <p:nvPr/>
        </p:nvPicPr>
        <p:blipFill rotWithShape="1">
          <a:blip r:embed="rId6">
            <a:extLst>
              <a:ext uri="{28A0092B-C50C-407E-A947-70E740481C1C}">
                <a14:useLocalDpi xmlns:a14="http://schemas.microsoft.com/office/drawing/2010/main" val="0"/>
              </a:ext>
            </a:extLst>
          </a:blip>
          <a:srcRect l="585" t="1983" r="-160" b="155"/>
          <a:stretch>
            <a:fillRect/>
          </a:stretch>
        </p:blipFill>
        <p:spPr>
          <a:xfrm>
            <a:off x="2707922" y="3614494"/>
            <a:ext cx="1238299" cy="1097280"/>
          </a:xfrm>
          <a:prstGeom prst="rect">
            <a:avLst/>
          </a:prstGeom>
        </p:spPr>
      </p:pic>
      <p:cxnSp>
        <p:nvCxnSpPr>
          <p:cNvPr id="15" name="Straight Arrow Connector 14">
            <a:extLst>
              <a:ext uri="{FF2B5EF4-FFF2-40B4-BE49-F238E27FC236}">
                <a16:creationId xmlns:a16="http://schemas.microsoft.com/office/drawing/2014/main" id="{21C2E0CA-959A-CCB7-10B6-65C2F6F0C76A}"/>
              </a:ext>
              <a:ext uri="{C183D7F6-B498-43B3-948B-1728B52AA6E4}">
                <adec:decorative xmlns:adec="http://schemas.microsoft.com/office/drawing/2017/decorative" val="1"/>
              </a:ext>
            </a:extLst>
          </p:cNvPr>
          <p:cNvCxnSpPr>
            <a:cxnSpLocks/>
            <a:stCxn id="62" idx="3"/>
            <a:endCxn id="57" idx="1"/>
          </p:cNvCxnSpPr>
          <p:nvPr/>
        </p:nvCxnSpPr>
        <p:spPr>
          <a:xfrm>
            <a:off x="1629769" y="4163134"/>
            <a:ext cx="1078153" cy="0"/>
          </a:xfrm>
          <a:prstGeom prst="straightConnector1">
            <a:avLst/>
          </a:prstGeom>
          <a:ln w="158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63650E3-B3DB-BF4C-07F5-60FEE6CB7448}"/>
              </a:ext>
              <a:ext uri="{C183D7F6-B498-43B3-948B-1728B52AA6E4}">
                <adec:decorative xmlns:adec="http://schemas.microsoft.com/office/drawing/2017/decorative" val="1"/>
              </a:ext>
            </a:extLst>
          </p:cNvPr>
          <p:cNvCxnSpPr>
            <a:cxnSpLocks/>
            <a:stCxn id="57" idx="3"/>
            <a:endCxn id="61" idx="1"/>
          </p:cNvCxnSpPr>
          <p:nvPr/>
        </p:nvCxnSpPr>
        <p:spPr>
          <a:xfrm>
            <a:off x="3946221" y="4163134"/>
            <a:ext cx="477720" cy="0"/>
          </a:xfrm>
          <a:prstGeom prst="straightConnector1">
            <a:avLst/>
          </a:prstGeom>
          <a:ln w="158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9A3F1E2-DE74-68CE-65B0-21770EA74657}"/>
              </a:ext>
              <a:ext uri="{C183D7F6-B498-43B3-948B-1728B52AA6E4}">
                <adec:decorative xmlns:adec="http://schemas.microsoft.com/office/drawing/2017/decorative" val="1"/>
              </a:ext>
            </a:extLst>
          </p:cNvPr>
          <p:cNvCxnSpPr>
            <a:cxnSpLocks/>
            <a:stCxn id="61" idx="3"/>
            <a:endCxn id="60" idx="1"/>
          </p:cNvCxnSpPr>
          <p:nvPr/>
        </p:nvCxnSpPr>
        <p:spPr>
          <a:xfrm>
            <a:off x="5658381" y="4163134"/>
            <a:ext cx="477720" cy="0"/>
          </a:xfrm>
          <a:prstGeom prst="straightConnector1">
            <a:avLst/>
          </a:prstGeom>
          <a:ln w="158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FA128B35-1726-ECA2-8959-7CB8BD1EA02E}"/>
              </a:ext>
              <a:ext uri="{C183D7F6-B498-43B3-948B-1728B52AA6E4}">
                <adec:decorative xmlns:adec="http://schemas.microsoft.com/office/drawing/2017/decorative" val="1"/>
              </a:ext>
            </a:extLst>
          </p:cNvPr>
          <p:cNvGrpSpPr/>
          <p:nvPr/>
        </p:nvGrpSpPr>
        <p:grpSpPr>
          <a:xfrm>
            <a:off x="809477" y="3757349"/>
            <a:ext cx="406144" cy="406142"/>
            <a:chOff x="2332902" y="8655051"/>
            <a:chExt cx="406144" cy="406142"/>
          </a:xfrm>
        </p:grpSpPr>
        <p:sp>
          <p:nvSpPr>
            <p:cNvPr id="30" name="Oval 29">
              <a:extLst>
                <a:ext uri="{FF2B5EF4-FFF2-40B4-BE49-F238E27FC236}">
                  <a16:creationId xmlns:a16="http://schemas.microsoft.com/office/drawing/2014/main" id="{64991063-1316-369A-3BA4-BCC8E08965DE}"/>
                </a:ext>
              </a:extLst>
            </p:cNvPr>
            <p:cNvSpPr/>
            <p:nvPr/>
          </p:nvSpPr>
          <p:spPr bwMode="auto">
            <a:xfrm>
              <a:off x="2332902" y="8655051"/>
              <a:ext cx="406144" cy="406142"/>
            </a:xfrm>
            <a:prstGeom prst="ellipse">
              <a:avLst/>
            </a:prstGeom>
            <a:gradFill flip="none" rotWithShape="1">
              <a:gsLst>
                <a:gs pos="47000">
                  <a:schemeClr val="bg1"/>
                </a:gs>
                <a:gs pos="90000">
                  <a:srgbClr val="D9D9D6"/>
                </a:gs>
              </a:gsLst>
              <a:path path="circle">
                <a:fillToRect l="50000" t="50000" r="50000" b="50000"/>
              </a:path>
              <a:tileRect/>
            </a:gradFill>
            <a:ln w="12700" cap="flat">
              <a:solidFill>
                <a:schemeClr val="bg1">
                  <a:lumMod val="95000"/>
                </a:schemeClr>
              </a:solidFill>
              <a:prstDash val="solid"/>
              <a:miter/>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46"/>
              <a:endParaRPr lang="en-US" sz="1600" err="1">
                <a:solidFill>
                  <a:prstClr val="black"/>
                </a:solidFill>
                <a:latin typeface="Segoe UI Semibold"/>
                <a:cs typeface="Segoe UI Semibold" panose="020B0502040204020203" pitchFamily="34" charset="0"/>
              </a:endParaRPr>
            </a:p>
          </p:txBody>
        </p:sp>
        <p:pic>
          <p:nvPicPr>
            <p:cNvPr id="31" name="Graphic 30">
              <a:extLst>
                <a:ext uri="{FF2B5EF4-FFF2-40B4-BE49-F238E27FC236}">
                  <a16:creationId xmlns:a16="http://schemas.microsoft.com/office/drawing/2014/main" id="{EF2FE22F-94E2-5F3C-056D-5D48AB2C4A4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35506" y="8757655"/>
              <a:ext cx="200940" cy="200938"/>
            </a:xfrm>
            <a:prstGeom prst="rect">
              <a:avLst/>
            </a:prstGeom>
          </p:spPr>
        </p:pic>
      </p:grpSp>
      <p:grpSp>
        <p:nvGrpSpPr>
          <p:cNvPr id="18" name="Group 17">
            <a:extLst>
              <a:ext uri="{FF2B5EF4-FFF2-40B4-BE49-F238E27FC236}">
                <a16:creationId xmlns:a16="http://schemas.microsoft.com/office/drawing/2014/main" id="{775B3350-CACE-AA65-5498-953786456428}"/>
              </a:ext>
              <a:ext uri="{C183D7F6-B498-43B3-948B-1728B52AA6E4}">
                <adec:decorative xmlns:adec="http://schemas.microsoft.com/office/drawing/2017/decorative" val="1"/>
              </a:ext>
            </a:extLst>
          </p:cNvPr>
          <p:cNvGrpSpPr/>
          <p:nvPr/>
        </p:nvGrpSpPr>
        <p:grpSpPr>
          <a:xfrm>
            <a:off x="3123999" y="3757349"/>
            <a:ext cx="406144" cy="406142"/>
            <a:chOff x="3647143" y="8655051"/>
            <a:chExt cx="406144" cy="406142"/>
          </a:xfrm>
        </p:grpSpPr>
        <p:sp>
          <p:nvSpPr>
            <p:cNvPr id="40" name="Oval 39">
              <a:extLst>
                <a:ext uri="{FF2B5EF4-FFF2-40B4-BE49-F238E27FC236}">
                  <a16:creationId xmlns:a16="http://schemas.microsoft.com/office/drawing/2014/main" id="{C1C4633C-A8F4-1D20-A0FC-1533A995DCA6}"/>
                </a:ext>
              </a:extLst>
            </p:cNvPr>
            <p:cNvSpPr/>
            <p:nvPr/>
          </p:nvSpPr>
          <p:spPr bwMode="auto">
            <a:xfrm>
              <a:off x="3647143" y="8655051"/>
              <a:ext cx="406144" cy="406142"/>
            </a:xfrm>
            <a:prstGeom prst="ellipse">
              <a:avLst/>
            </a:prstGeom>
            <a:gradFill flip="none" rotWithShape="1">
              <a:gsLst>
                <a:gs pos="47000">
                  <a:schemeClr val="bg1"/>
                </a:gs>
                <a:gs pos="90000">
                  <a:schemeClr val="accent6"/>
                </a:gs>
              </a:gsLst>
              <a:path path="circle">
                <a:fillToRect l="50000" t="50000" r="50000" b="50000"/>
              </a:path>
              <a:tileRect/>
            </a:gradFill>
            <a:ln w="12700" cap="flat">
              <a:solidFill>
                <a:schemeClr val="accent6">
                  <a:lumMod val="60000"/>
                  <a:lumOff val="40000"/>
                </a:schemeClr>
              </a:solidFill>
              <a:prstDash val="solid"/>
              <a:miter/>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46"/>
              <a:endParaRPr lang="en-US" sz="1600" err="1">
                <a:solidFill>
                  <a:prstClr val="black"/>
                </a:solidFill>
                <a:latin typeface="Segoe UI Semibold"/>
                <a:cs typeface="Segoe UI Semibold" panose="020B0502040204020203" pitchFamily="34" charset="0"/>
              </a:endParaRPr>
            </a:p>
          </p:txBody>
        </p:sp>
        <p:pic>
          <p:nvPicPr>
            <p:cNvPr id="41" name="Graphic 40">
              <a:extLst>
                <a:ext uri="{FF2B5EF4-FFF2-40B4-BE49-F238E27FC236}">
                  <a16:creationId xmlns:a16="http://schemas.microsoft.com/office/drawing/2014/main" id="{9299E0B8-0C66-DC6E-2B71-DA692ED7E28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749746" y="8757655"/>
              <a:ext cx="200940" cy="200936"/>
            </a:xfrm>
            <a:prstGeom prst="rect">
              <a:avLst/>
            </a:prstGeom>
            <a:effectLst/>
          </p:spPr>
        </p:pic>
      </p:grpSp>
      <p:grpSp>
        <p:nvGrpSpPr>
          <p:cNvPr id="20" name="Group 19">
            <a:extLst>
              <a:ext uri="{FF2B5EF4-FFF2-40B4-BE49-F238E27FC236}">
                <a16:creationId xmlns:a16="http://schemas.microsoft.com/office/drawing/2014/main" id="{61CA18C3-B861-1CB9-4F7D-79A8EF0F1444}"/>
              </a:ext>
              <a:ext uri="{C183D7F6-B498-43B3-948B-1728B52AA6E4}">
                <adec:decorative xmlns:adec="http://schemas.microsoft.com/office/drawing/2017/decorative" val="1"/>
              </a:ext>
            </a:extLst>
          </p:cNvPr>
          <p:cNvGrpSpPr/>
          <p:nvPr/>
        </p:nvGrpSpPr>
        <p:grpSpPr>
          <a:xfrm>
            <a:off x="4838089" y="3757349"/>
            <a:ext cx="406144" cy="406142"/>
            <a:chOff x="4962558" y="8655051"/>
            <a:chExt cx="406144" cy="406142"/>
          </a:xfrm>
        </p:grpSpPr>
        <p:sp>
          <p:nvSpPr>
            <p:cNvPr id="32" name="Oval 31">
              <a:extLst>
                <a:ext uri="{FF2B5EF4-FFF2-40B4-BE49-F238E27FC236}">
                  <a16:creationId xmlns:a16="http://schemas.microsoft.com/office/drawing/2014/main" id="{96AC1D34-7096-37F0-366D-D41604F35D4F}"/>
                </a:ext>
              </a:extLst>
            </p:cNvPr>
            <p:cNvSpPr/>
            <p:nvPr/>
          </p:nvSpPr>
          <p:spPr bwMode="auto">
            <a:xfrm>
              <a:off x="4962558" y="8655051"/>
              <a:ext cx="406144" cy="406142"/>
            </a:xfrm>
            <a:prstGeom prst="ellipse">
              <a:avLst/>
            </a:prstGeom>
            <a:gradFill flip="none" rotWithShape="1">
              <a:gsLst>
                <a:gs pos="47000">
                  <a:schemeClr val="bg1"/>
                </a:gs>
                <a:gs pos="90000">
                  <a:srgbClr val="D9D9D6"/>
                </a:gs>
              </a:gsLst>
              <a:path path="circle">
                <a:fillToRect l="50000" t="50000" r="50000" b="50000"/>
              </a:path>
              <a:tileRect/>
            </a:gradFill>
            <a:ln w="12700" cap="flat">
              <a:solidFill>
                <a:schemeClr val="bg1">
                  <a:lumMod val="95000"/>
                </a:schemeClr>
              </a:solidFill>
              <a:prstDash val="solid"/>
              <a:miter/>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46"/>
              <a:endParaRPr lang="en-US" sz="1600" err="1">
                <a:solidFill>
                  <a:prstClr val="black"/>
                </a:solidFill>
                <a:latin typeface="Segoe UI Semibold"/>
                <a:cs typeface="Segoe UI Semibold" panose="020B0502040204020203" pitchFamily="34" charset="0"/>
              </a:endParaRPr>
            </a:p>
          </p:txBody>
        </p:sp>
        <p:pic>
          <p:nvPicPr>
            <p:cNvPr id="33" name="Graphic 32">
              <a:extLst>
                <a:ext uri="{FF2B5EF4-FFF2-40B4-BE49-F238E27FC236}">
                  <a16:creationId xmlns:a16="http://schemas.microsoft.com/office/drawing/2014/main" id="{5BCA2BDC-30D3-1685-46BD-79A7F469BA0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073460" y="8765954"/>
              <a:ext cx="184340" cy="184336"/>
            </a:xfrm>
            <a:prstGeom prst="rect">
              <a:avLst/>
            </a:prstGeom>
          </p:spPr>
        </p:pic>
      </p:grpSp>
      <p:grpSp>
        <p:nvGrpSpPr>
          <p:cNvPr id="19" name="Group 18">
            <a:extLst>
              <a:ext uri="{FF2B5EF4-FFF2-40B4-BE49-F238E27FC236}">
                <a16:creationId xmlns:a16="http://schemas.microsoft.com/office/drawing/2014/main" id="{DDB57CD2-3300-1782-0893-C05962472461}"/>
              </a:ext>
              <a:ext uri="{C183D7F6-B498-43B3-948B-1728B52AA6E4}">
                <adec:decorative xmlns:adec="http://schemas.microsoft.com/office/drawing/2017/decorative" val="1"/>
              </a:ext>
            </a:extLst>
          </p:cNvPr>
          <p:cNvGrpSpPr/>
          <p:nvPr/>
        </p:nvGrpSpPr>
        <p:grpSpPr>
          <a:xfrm>
            <a:off x="6550249" y="3757349"/>
            <a:ext cx="406144" cy="406142"/>
            <a:chOff x="6621245" y="8655051"/>
            <a:chExt cx="406144" cy="406142"/>
          </a:xfrm>
        </p:grpSpPr>
        <p:sp>
          <p:nvSpPr>
            <p:cNvPr id="34" name="Oval 33">
              <a:extLst>
                <a:ext uri="{FF2B5EF4-FFF2-40B4-BE49-F238E27FC236}">
                  <a16:creationId xmlns:a16="http://schemas.microsoft.com/office/drawing/2014/main" id="{E9271251-953D-48E5-19DA-B8D4C06DA4B1}"/>
                </a:ext>
              </a:extLst>
            </p:cNvPr>
            <p:cNvSpPr/>
            <p:nvPr/>
          </p:nvSpPr>
          <p:spPr bwMode="auto">
            <a:xfrm>
              <a:off x="6621245" y="8655051"/>
              <a:ext cx="406144" cy="406142"/>
            </a:xfrm>
            <a:prstGeom prst="ellipse">
              <a:avLst/>
            </a:prstGeom>
            <a:gradFill flip="none" rotWithShape="1">
              <a:gsLst>
                <a:gs pos="47000">
                  <a:schemeClr val="bg1"/>
                </a:gs>
                <a:gs pos="90000">
                  <a:srgbClr val="D9D9D6"/>
                </a:gs>
              </a:gsLst>
              <a:path path="circle">
                <a:fillToRect l="50000" t="50000" r="50000" b="50000"/>
              </a:path>
              <a:tileRect/>
            </a:gradFill>
            <a:ln w="12700" cap="flat">
              <a:solidFill>
                <a:schemeClr val="bg1">
                  <a:lumMod val="95000"/>
                </a:schemeClr>
              </a:solidFill>
              <a:prstDash val="solid"/>
              <a:miter/>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46"/>
              <a:endParaRPr lang="en-US" sz="1600" err="1">
                <a:solidFill>
                  <a:prstClr val="black"/>
                </a:solidFill>
                <a:latin typeface="Segoe UI Semibold"/>
                <a:cs typeface="Segoe UI Semibold" panose="020B0502040204020203" pitchFamily="34" charset="0"/>
              </a:endParaRPr>
            </a:p>
          </p:txBody>
        </p:sp>
        <p:sp>
          <p:nvSpPr>
            <p:cNvPr id="38" name="Freeform: Shape 37">
              <a:extLst>
                <a:ext uri="{FF2B5EF4-FFF2-40B4-BE49-F238E27FC236}">
                  <a16:creationId xmlns:a16="http://schemas.microsoft.com/office/drawing/2014/main" id="{5A68883E-6E71-0981-6CA3-29F0634448D6}"/>
                </a:ext>
              </a:extLst>
            </p:cNvPr>
            <p:cNvSpPr/>
            <p:nvPr/>
          </p:nvSpPr>
          <p:spPr>
            <a:xfrm rot="2700000" flipV="1">
              <a:off x="6762346" y="8796150"/>
              <a:ext cx="123942" cy="123942"/>
            </a:xfrm>
            <a:custGeom>
              <a:avLst/>
              <a:gdLst>
                <a:gd name="connsiteX0" fmla="*/ 51435 w 857250"/>
                <a:gd name="connsiteY0" fmla="*/ 548640 h 857250"/>
                <a:gd name="connsiteX1" fmla="*/ 102870 w 857250"/>
                <a:gd name="connsiteY1" fmla="*/ 600075 h 857250"/>
                <a:gd name="connsiteX2" fmla="*/ 102870 w 857250"/>
                <a:gd name="connsiteY2" fmla="*/ 676464 h 857250"/>
                <a:gd name="connsiteX3" fmla="*/ 262673 w 857250"/>
                <a:gd name="connsiteY3" fmla="*/ 516661 h 857250"/>
                <a:gd name="connsiteX4" fmla="*/ 343495 w 857250"/>
                <a:gd name="connsiteY4" fmla="*/ 516661 h 857250"/>
                <a:gd name="connsiteX5" fmla="*/ 343495 w 857250"/>
                <a:gd name="connsiteY5" fmla="*/ 597483 h 857250"/>
                <a:gd name="connsiteX6" fmla="*/ 186599 w 857250"/>
                <a:gd name="connsiteY6" fmla="*/ 754380 h 857250"/>
                <a:gd name="connsiteX7" fmla="*/ 257170 w 857250"/>
                <a:gd name="connsiteY7" fmla="*/ 754380 h 857250"/>
                <a:gd name="connsiteX8" fmla="*/ 308605 w 857250"/>
                <a:gd name="connsiteY8" fmla="*/ 805815 h 857250"/>
                <a:gd name="connsiteX9" fmla="*/ 257170 w 857250"/>
                <a:gd name="connsiteY9" fmla="*/ 857250 h 857250"/>
                <a:gd name="connsiteX10" fmla="*/ 51435 w 857250"/>
                <a:gd name="connsiteY10" fmla="*/ 857250 h 857250"/>
                <a:gd name="connsiteX11" fmla="*/ 16 w 857250"/>
                <a:gd name="connsiteY11" fmla="*/ 807122 h 857250"/>
                <a:gd name="connsiteX12" fmla="*/ 0 w 857250"/>
                <a:gd name="connsiteY12" fmla="*/ 805815 h 857250"/>
                <a:gd name="connsiteX13" fmla="*/ 0 w 857250"/>
                <a:gd name="connsiteY13" fmla="*/ 600075 h 857250"/>
                <a:gd name="connsiteX14" fmla="*/ 51435 w 857250"/>
                <a:gd name="connsiteY14" fmla="*/ 548640 h 857250"/>
                <a:gd name="connsiteX15" fmla="*/ 805815 w 857250"/>
                <a:gd name="connsiteY15" fmla="*/ 548640 h 857250"/>
                <a:gd name="connsiteX16" fmla="*/ 857250 w 857250"/>
                <a:gd name="connsiteY16" fmla="*/ 600075 h 857250"/>
                <a:gd name="connsiteX17" fmla="*/ 857250 w 857250"/>
                <a:gd name="connsiteY17" fmla="*/ 805815 h 857250"/>
                <a:gd name="connsiteX18" fmla="*/ 805815 w 857250"/>
                <a:gd name="connsiteY18" fmla="*/ 857250 h 857250"/>
                <a:gd name="connsiteX19" fmla="*/ 600070 w 857250"/>
                <a:gd name="connsiteY19" fmla="*/ 857250 h 857250"/>
                <a:gd name="connsiteX20" fmla="*/ 548635 w 857250"/>
                <a:gd name="connsiteY20" fmla="*/ 805815 h 857250"/>
                <a:gd name="connsiteX21" fmla="*/ 600070 w 857250"/>
                <a:gd name="connsiteY21" fmla="*/ 754380 h 857250"/>
                <a:gd name="connsiteX22" fmla="*/ 673558 w 857250"/>
                <a:gd name="connsiteY22" fmla="*/ 754380 h 857250"/>
                <a:gd name="connsiteX23" fmla="*/ 516662 w 857250"/>
                <a:gd name="connsiteY23" fmla="*/ 597483 h 857250"/>
                <a:gd name="connsiteX24" fmla="*/ 516662 w 857250"/>
                <a:gd name="connsiteY24" fmla="*/ 516661 h 857250"/>
                <a:gd name="connsiteX25" fmla="*/ 597483 w 857250"/>
                <a:gd name="connsiteY25" fmla="*/ 516661 h 857250"/>
                <a:gd name="connsiteX26" fmla="*/ 754380 w 857250"/>
                <a:gd name="connsiteY26" fmla="*/ 673558 h 857250"/>
                <a:gd name="connsiteX27" fmla="*/ 754380 w 857250"/>
                <a:gd name="connsiteY27" fmla="*/ 600075 h 857250"/>
                <a:gd name="connsiteX28" fmla="*/ 805815 w 857250"/>
                <a:gd name="connsiteY28" fmla="*/ 548640 h 857250"/>
                <a:gd name="connsiteX29" fmla="*/ 805815 w 857250"/>
                <a:gd name="connsiteY29" fmla="*/ 0 h 857250"/>
                <a:gd name="connsiteX30" fmla="*/ 857250 w 857250"/>
                <a:gd name="connsiteY30" fmla="*/ 51435 h 857250"/>
                <a:gd name="connsiteX31" fmla="*/ 857250 w 857250"/>
                <a:gd name="connsiteY31" fmla="*/ 257175 h 857250"/>
                <a:gd name="connsiteX32" fmla="*/ 805815 w 857250"/>
                <a:gd name="connsiteY32" fmla="*/ 308610 h 857250"/>
                <a:gd name="connsiteX33" fmla="*/ 754380 w 857250"/>
                <a:gd name="connsiteY33" fmla="*/ 257175 h 857250"/>
                <a:gd name="connsiteX34" fmla="*/ 754380 w 857250"/>
                <a:gd name="connsiteY34" fmla="*/ 186599 h 857250"/>
                <a:gd name="connsiteX35" fmla="*/ 597483 w 857250"/>
                <a:gd name="connsiteY35" fmla="*/ 343494 h 857250"/>
                <a:gd name="connsiteX36" fmla="*/ 516662 w 857250"/>
                <a:gd name="connsiteY36" fmla="*/ 343494 h 857250"/>
                <a:gd name="connsiteX37" fmla="*/ 516662 w 857250"/>
                <a:gd name="connsiteY37" fmla="*/ 262673 h 857250"/>
                <a:gd name="connsiteX38" fmla="*/ 676464 w 857250"/>
                <a:gd name="connsiteY38" fmla="*/ 102870 h 857250"/>
                <a:gd name="connsiteX39" fmla="*/ 600075 w 857250"/>
                <a:gd name="connsiteY39" fmla="*/ 102870 h 857250"/>
                <a:gd name="connsiteX40" fmla="*/ 548640 w 857250"/>
                <a:gd name="connsiteY40" fmla="*/ 51435 h 857250"/>
                <a:gd name="connsiteX41" fmla="*/ 600075 w 857250"/>
                <a:gd name="connsiteY41" fmla="*/ 0 h 857250"/>
                <a:gd name="connsiteX42" fmla="*/ 805815 w 857250"/>
                <a:gd name="connsiteY42" fmla="*/ 0 h 857250"/>
                <a:gd name="connsiteX43" fmla="*/ 257175 w 857250"/>
                <a:gd name="connsiteY43" fmla="*/ 0 h 857250"/>
                <a:gd name="connsiteX44" fmla="*/ 308610 w 857250"/>
                <a:gd name="connsiteY44" fmla="*/ 51435 h 857250"/>
                <a:gd name="connsiteX45" fmla="*/ 257175 w 857250"/>
                <a:gd name="connsiteY45" fmla="*/ 102870 h 857250"/>
                <a:gd name="connsiteX46" fmla="*/ 183693 w 857250"/>
                <a:gd name="connsiteY46" fmla="*/ 102870 h 857250"/>
                <a:gd name="connsiteX47" fmla="*/ 343495 w 857250"/>
                <a:gd name="connsiteY47" fmla="*/ 262673 h 857250"/>
                <a:gd name="connsiteX48" fmla="*/ 343495 w 857250"/>
                <a:gd name="connsiteY48" fmla="*/ 343494 h 857250"/>
                <a:gd name="connsiteX49" fmla="*/ 262673 w 857250"/>
                <a:gd name="connsiteY49" fmla="*/ 343494 h 857250"/>
                <a:gd name="connsiteX50" fmla="*/ 102870 w 857250"/>
                <a:gd name="connsiteY50" fmla="*/ 183692 h 857250"/>
                <a:gd name="connsiteX51" fmla="*/ 102870 w 857250"/>
                <a:gd name="connsiteY51" fmla="*/ 257175 h 857250"/>
                <a:gd name="connsiteX52" fmla="*/ 51435 w 857250"/>
                <a:gd name="connsiteY52" fmla="*/ 308610 h 857250"/>
                <a:gd name="connsiteX53" fmla="*/ 0 w 857250"/>
                <a:gd name="connsiteY53" fmla="*/ 257175 h 857250"/>
                <a:gd name="connsiteX54" fmla="*/ 0 w 857250"/>
                <a:gd name="connsiteY54" fmla="*/ 51435 h 857250"/>
                <a:gd name="connsiteX55" fmla="*/ 50128 w 857250"/>
                <a:gd name="connsiteY55" fmla="*/ 16 h 857250"/>
                <a:gd name="connsiteX56" fmla="*/ 51435 w 857250"/>
                <a:gd name="connsiteY56" fmla="*/ 0 h 857250"/>
                <a:gd name="connsiteX57" fmla="*/ 257175 w 857250"/>
                <a:gd name="connsiteY57"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857250" h="857250">
                  <a:moveTo>
                    <a:pt x="51435" y="548640"/>
                  </a:moveTo>
                  <a:cubicBezTo>
                    <a:pt x="79841" y="548640"/>
                    <a:pt x="102870" y="571669"/>
                    <a:pt x="102870" y="600075"/>
                  </a:cubicBezTo>
                  <a:lnTo>
                    <a:pt x="102870" y="676464"/>
                  </a:lnTo>
                  <a:lnTo>
                    <a:pt x="262673" y="516661"/>
                  </a:lnTo>
                  <a:cubicBezTo>
                    <a:pt x="284992" y="494343"/>
                    <a:pt x="321177" y="494343"/>
                    <a:pt x="343495" y="516661"/>
                  </a:cubicBezTo>
                  <a:cubicBezTo>
                    <a:pt x="365814" y="538980"/>
                    <a:pt x="365814" y="575164"/>
                    <a:pt x="343495" y="597483"/>
                  </a:cubicBezTo>
                  <a:lnTo>
                    <a:pt x="186599" y="754380"/>
                  </a:lnTo>
                  <a:lnTo>
                    <a:pt x="257170" y="754380"/>
                  </a:lnTo>
                  <a:cubicBezTo>
                    <a:pt x="285578" y="754380"/>
                    <a:pt x="308605" y="777409"/>
                    <a:pt x="308605" y="805815"/>
                  </a:cubicBezTo>
                  <a:cubicBezTo>
                    <a:pt x="308605" y="834221"/>
                    <a:pt x="285578" y="857250"/>
                    <a:pt x="257170" y="857250"/>
                  </a:cubicBezTo>
                  <a:lnTo>
                    <a:pt x="51435" y="857250"/>
                  </a:lnTo>
                  <a:cubicBezTo>
                    <a:pt x="23465" y="857250"/>
                    <a:pt x="710" y="834925"/>
                    <a:pt x="16" y="807122"/>
                  </a:cubicBezTo>
                  <a:lnTo>
                    <a:pt x="0" y="805815"/>
                  </a:lnTo>
                  <a:lnTo>
                    <a:pt x="0" y="600075"/>
                  </a:lnTo>
                  <a:cubicBezTo>
                    <a:pt x="0" y="571669"/>
                    <a:pt x="23028" y="548640"/>
                    <a:pt x="51435" y="548640"/>
                  </a:cubicBezTo>
                  <a:close/>
                  <a:moveTo>
                    <a:pt x="805815" y="548640"/>
                  </a:moveTo>
                  <a:cubicBezTo>
                    <a:pt x="834221" y="548640"/>
                    <a:pt x="857250" y="571669"/>
                    <a:pt x="857250" y="600075"/>
                  </a:cubicBezTo>
                  <a:lnTo>
                    <a:pt x="857250" y="805815"/>
                  </a:lnTo>
                  <a:cubicBezTo>
                    <a:pt x="857250" y="834221"/>
                    <a:pt x="834221" y="857250"/>
                    <a:pt x="805815" y="857250"/>
                  </a:cubicBezTo>
                  <a:lnTo>
                    <a:pt x="600070" y="857250"/>
                  </a:lnTo>
                  <a:cubicBezTo>
                    <a:pt x="571664" y="857250"/>
                    <a:pt x="548635" y="834221"/>
                    <a:pt x="548635" y="805815"/>
                  </a:cubicBezTo>
                  <a:cubicBezTo>
                    <a:pt x="548635" y="777409"/>
                    <a:pt x="571664" y="754380"/>
                    <a:pt x="600070" y="754380"/>
                  </a:cubicBezTo>
                  <a:lnTo>
                    <a:pt x="673558" y="754380"/>
                  </a:lnTo>
                  <a:lnTo>
                    <a:pt x="516662" y="597483"/>
                  </a:lnTo>
                  <a:cubicBezTo>
                    <a:pt x="494343" y="575164"/>
                    <a:pt x="494343" y="538980"/>
                    <a:pt x="516662" y="516661"/>
                  </a:cubicBezTo>
                  <a:cubicBezTo>
                    <a:pt x="538980" y="494343"/>
                    <a:pt x="575165" y="494343"/>
                    <a:pt x="597483" y="516661"/>
                  </a:cubicBezTo>
                  <a:lnTo>
                    <a:pt x="754380" y="673558"/>
                  </a:lnTo>
                  <a:lnTo>
                    <a:pt x="754380" y="600075"/>
                  </a:lnTo>
                  <a:cubicBezTo>
                    <a:pt x="754380" y="571669"/>
                    <a:pt x="777409" y="548640"/>
                    <a:pt x="805815" y="548640"/>
                  </a:cubicBezTo>
                  <a:close/>
                  <a:moveTo>
                    <a:pt x="805815" y="0"/>
                  </a:moveTo>
                  <a:cubicBezTo>
                    <a:pt x="834221" y="0"/>
                    <a:pt x="857250" y="23028"/>
                    <a:pt x="857250" y="51435"/>
                  </a:cubicBezTo>
                  <a:lnTo>
                    <a:pt x="857250" y="257175"/>
                  </a:lnTo>
                  <a:cubicBezTo>
                    <a:pt x="857250" y="285581"/>
                    <a:pt x="834221" y="308610"/>
                    <a:pt x="805815" y="308610"/>
                  </a:cubicBezTo>
                  <a:cubicBezTo>
                    <a:pt x="777409" y="308610"/>
                    <a:pt x="754380" y="285581"/>
                    <a:pt x="754380" y="257175"/>
                  </a:cubicBezTo>
                  <a:lnTo>
                    <a:pt x="754380" y="186599"/>
                  </a:lnTo>
                  <a:lnTo>
                    <a:pt x="597483" y="343494"/>
                  </a:lnTo>
                  <a:cubicBezTo>
                    <a:pt x="575165" y="365813"/>
                    <a:pt x="538980" y="365813"/>
                    <a:pt x="516662" y="343494"/>
                  </a:cubicBezTo>
                  <a:cubicBezTo>
                    <a:pt x="494343" y="321176"/>
                    <a:pt x="494343" y="284991"/>
                    <a:pt x="516662" y="262673"/>
                  </a:cubicBezTo>
                  <a:lnTo>
                    <a:pt x="676464" y="102870"/>
                  </a:lnTo>
                  <a:lnTo>
                    <a:pt x="600075" y="102870"/>
                  </a:lnTo>
                  <a:cubicBezTo>
                    <a:pt x="571669" y="102870"/>
                    <a:pt x="548640" y="79841"/>
                    <a:pt x="548640" y="51435"/>
                  </a:cubicBezTo>
                  <a:cubicBezTo>
                    <a:pt x="548640" y="23028"/>
                    <a:pt x="571669" y="0"/>
                    <a:pt x="600075" y="0"/>
                  </a:cubicBezTo>
                  <a:lnTo>
                    <a:pt x="805815" y="0"/>
                  </a:lnTo>
                  <a:close/>
                  <a:moveTo>
                    <a:pt x="257175" y="0"/>
                  </a:moveTo>
                  <a:cubicBezTo>
                    <a:pt x="285581" y="0"/>
                    <a:pt x="308610" y="23028"/>
                    <a:pt x="308610" y="51435"/>
                  </a:cubicBezTo>
                  <a:cubicBezTo>
                    <a:pt x="308610" y="79841"/>
                    <a:pt x="285581" y="102870"/>
                    <a:pt x="257175" y="102870"/>
                  </a:cubicBezTo>
                  <a:lnTo>
                    <a:pt x="183693" y="102870"/>
                  </a:lnTo>
                  <a:lnTo>
                    <a:pt x="343495" y="262673"/>
                  </a:lnTo>
                  <a:cubicBezTo>
                    <a:pt x="365814" y="284991"/>
                    <a:pt x="365814" y="321176"/>
                    <a:pt x="343495" y="343494"/>
                  </a:cubicBezTo>
                  <a:cubicBezTo>
                    <a:pt x="321177" y="365813"/>
                    <a:pt x="284992" y="365813"/>
                    <a:pt x="262673" y="343494"/>
                  </a:cubicBezTo>
                  <a:lnTo>
                    <a:pt x="102870" y="183692"/>
                  </a:lnTo>
                  <a:lnTo>
                    <a:pt x="102870" y="257175"/>
                  </a:lnTo>
                  <a:cubicBezTo>
                    <a:pt x="102870" y="285581"/>
                    <a:pt x="79841" y="308610"/>
                    <a:pt x="51435" y="308610"/>
                  </a:cubicBezTo>
                  <a:cubicBezTo>
                    <a:pt x="23028" y="308610"/>
                    <a:pt x="0" y="285581"/>
                    <a:pt x="0" y="257175"/>
                  </a:cubicBezTo>
                  <a:lnTo>
                    <a:pt x="0" y="51435"/>
                  </a:lnTo>
                  <a:cubicBezTo>
                    <a:pt x="0" y="23465"/>
                    <a:pt x="22325" y="710"/>
                    <a:pt x="50128" y="16"/>
                  </a:cubicBezTo>
                  <a:lnTo>
                    <a:pt x="51435" y="0"/>
                  </a:lnTo>
                  <a:lnTo>
                    <a:pt x="257175" y="0"/>
                  </a:lnTo>
                  <a:close/>
                </a:path>
              </a:pathLst>
            </a:custGeom>
            <a:solidFill>
              <a:srgbClr val="7F7F7F"/>
            </a:solidFill>
            <a:ln w="130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grpSp>
        <p:nvGrpSpPr>
          <p:cNvPr id="8" name="Group 7">
            <a:extLst>
              <a:ext uri="{FF2B5EF4-FFF2-40B4-BE49-F238E27FC236}">
                <a16:creationId xmlns:a16="http://schemas.microsoft.com/office/drawing/2014/main" id="{E119CCF1-C54E-D7D0-37B0-61421183AF93}"/>
              </a:ext>
              <a:ext uri="{C183D7F6-B498-43B3-948B-1728B52AA6E4}">
                <adec:decorative xmlns:adec="http://schemas.microsoft.com/office/drawing/2017/decorative" val="1"/>
              </a:ext>
            </a:extLst>
          </p:cNvPr>
          <p:cNvGrpSpPr/>
          <p:nvPr/>
        </p:nvGrpSpPr>
        <p:grpSpPr>
          <a:xfrm>
            <a:off x="6620529" y="4835726"/>
            <a:ext cx="750011" cy="932688"/>
            <a:chOff x="6620529" y="4759526"/>
            <a:chExt cx="750011" cy="932688"/>
          </a:xfrm>
        </p:grpSpPr>
        <p:sp>
          <p:nvSpPr>
            <p:cNvPr id="80" name="Rectangle 79">
              <a:extLst>
                <a:ext uri="{FF2B5EF4-FFF2-40B4-BE49-F238E27FC236}">
                  <a16:creationId xmlns:a16="http://schemas.microsoft.com/office/drawing/2014/main" id="{FD933540-1E73-B24E-DE23-0E0F0A443C8B}"/>
                </a:ext>
                <a:ext uri="{C183D7F6-B498-43B3-948B-1728B52AA6E4}">
                  <adec:decorative xmlns:adec="http://schemas.microsoft.com/office/drawing/2017/decorative" val="1"/>
                </a:ext>
              </a:extLst>
            </p:cNvPr>
            <p:cNvSpPr/>
            <p:nvPr/>
          </p:nvSpPr>
          <p:spPr bwMode="auto">
            <a:xfrm>
              <a:off x="6620529" y="4763586"/>
              <a:ext cx="750011" cy="928628"/>
            </a:xfrm>
            <a:prstGeom prst="rect">
              <a:avLst/>
            </a:prstGeom>
            <a:solidFill>
              <a:schemeClr val="bg1"/>
            </a:solidFill>
            <a:ln w="63897" cap="flat">
              <a:noFill/>
              <a:prstDash val="solid"/>
              <a:miter/>
            </a:ln>
            <a:effectLst>
              <a:innerShdw blurRad="330200" dist="127000" dir="10800000">
                <a:schemeClr val="accent2">
                  <a:alpha val="50000"/>
                </a:schemeClr>
              </a:inn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err="1">
                <a:ln>
                  <a:noFill/>
                </a:ln>
                <a:solidFill>
                  <a:prstClr val="black"/>
                </a:solidFill>
                <a:effectLst/>
                <a:uLnTx/>
                <a:uFillTx/>
                <a:latin typeface="Segoe UI Semibold"/>
                <a:ea typeface="+mn-ea"/>
                <a:cs typeface="Segoe UI Semibold" panose="020B0502040204020203" pitchFamily="34" charset="0"/>
              </a:endParaRPr>
            </a:p>
          </p:txBody>
        </p:sp>
        <p:cxnSp>
          <p:nvCxnSpPr>
            <p:cNvPr id="2" name="Straight Connector 1">
              <a:extLst>
                <a:ext uri="{FF2B5EF4-FFF2-40B4-BE49-F238E27FC236}">
                  <a16:creationId xmlns:a16="http://schemas.microsoft.com/office/drawing/2014/main" id="{7D421198-0C7D-26D2-FBF6-04CE46DDDFD9}"/>
                </a:ext>
                <a:ext uri="{C183D7F6-B498-43B3-948B-1728B52AA6E4}">
                  <adec:decorative xmlns:adec="http://schemas.microsoft.com/office/drawing/2017/decorative" val="1"/>
                </a:ext>
              </a:extLst>
            </p:cNvPr>
            <p:cNvCxnSpPr>
              <a:cxnSpLocks/>
            </p:cNvCxnSpPr>
            <p:nvPr/>
          </p:nvCxnSpPr>
          <p:spPr>
            <a:xfrm flipH="1">
              <a:off x="7370540" y="4759526"/>
              <a:ext cx="0" cy="932688"/>
            </a:xfrm>
            <a:prstGeom prst="line">
              <a:avLst/>
            </a:prstGeom>
            <a:ln w="6350">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grpSp>
      <p:grpSp>
        <p:nvGrpSpPr>
          <p:cNvPr id="9" name="Group 8">
            <a:extLst>
              <a:ext uri="{FF2B5EF4-FFF2-40B4-BE49-F238E27FC236}">
                <a16:creationId xmlns:a16="http://schemas.microsoft.com/office/drawing/2014/main" id="{4A4E1886-F47D-089F-3FA0-9CAA7A09370D}"/>
              </a:ext>
              <a:ext uri="{C183D7F6-B498-43B3-948B-1728B52AA6E4}">
                <adec:decorative xmlns:adec="http://schemas.microsoft.com/office/drawing/2017/decorative" val="1"/>
              </a:ext>
            </a:extLst>
          </p:cNvPr>
          <p:cNvGrpSpPr/>
          <p:nvPr/>
        </p:nvGrpSpPr>
        <p:grpSpPr>
          <a:xfrm>
            <a:off x="3460923" y="4835726"/>
            <a:ext cx="750011" cy="932688"/>
            <a:chOff x="6620529" y="4759526"/>
            <a:chExt cx="750011" cy="932688"/>
          </a:xfrm>
        </p:grpSpPr>
        <p:sp>
          <p:nvSpPr>
            <p:cNvPr id="10" name="Rectangle 9">
              <a:extLst>
                <a:ext uri="{FF2B5EF4-FFF2-40B4-BE49-F238E27FC236}">
                  <a16:creationId xmlns:a16="http://schemas.microsoft.com/office/drawing/2014/main" id="{CEE67AB1-A83B-CB12-D469-1B382A21DD03}"/>
                </a:ext>
                <a:ext uri="{C183D7F6-B498-43B3-948B-1728B52AA6E4}">
                  <adec:decorative xmlns:adec="http://schemas.microsoft.com/office/drawing/2017/decorative" val="1"/>
                </a:ext>
              </a:extLst>
            </p:cNvPr>
            <p:cNvSpPr/>
            <p:nvPr/>
          </p:nvSpPr>
          <p:spPr bwMode="auto">
            <a:xfrm>
              <a:off x="6620529" y="4763586"/>
              <a:ext cx="750011" cy="928628"/>
            </a:xfrm>
            <a:prstGeom prst="rect">
              <a:avLst/>
            </a:prstGeom>
            <a:solidFill>
              <a:schemeClr val="bg1"/>
            </a:solidFill>
            <a:ln w="63897" cap="flat">
              <a:noFill/>
              <a:prstDash val="solid"/>
              <a:miter/>
            </a:ln>
            <a:effectLst>
              <a:innerShdw blurRad="330200" dist="127000" dir="10800000">
                <a:schemeClr val="accent2">
                  <a:alpha val="50000"/>
                </a:schemeClr>
              </a:inn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err="1">
                <a:ln>
                  <a:noFill/>
                </a:ln>
                <a:solidFill>
                  <a:prstClr val="black"/>
                </a:solidFill>
                <a:effectLst/>
                <a:uLnTx/>
                <a:uFillTx/>
                <a:latin typeface="Segoe UI Semibold"/>
                <a:ea typeface="+mn-ea"/>
                <a:cs typeface="Segoe UI Semibold" panose="020B0502040204020203" pitchFamily="34" charset="0"/>
              </a:endParaRPr>
            </a:p>
          </p:txBody>
        </p:sp>
        <p:cxnSp>
          <p:nvCxnSpPr>
            <p:cNvPr id="39" name="Straight Connector 38">
              <a:extLst>
                <a:ext uri="{FF2B5EF4-FFF2-40B4-BE49-F238E27FC236}">
                  <a16:creationId xmlns:a16="http://schemas.microsoft.com/office/drawing/2014/main" id="{39162427-9F07-1F71-AD79-E081BAB6FFE5}"/>
                </a:ext>
                <a:ext uri="{C183D7F6-B498-43B3-948B-1728B52AA6E4}">
                  <adec:decorative xmlns:adec="http://schemas.microsoft.com/office/drawing/2017/decorative" val="1"/>
                </a:ext>
              </a:extLst>
            </p:cNvPr>
            <p:cNvCxnSpPr>
              <a:cxnSpLocks/>
            </p:cNvCxnSpPr>
            <p:nvPr/>
          </p:nvCxnSpPr>
          <p:spPr>
            <a:xfrm flipH="1">
              <a:off x="7370540" y="4759526"/>
              <a:ext cx="0" cy="932688"/>
            </a:xfrm>
            <a:prstGeom prst="line">
              <a:avLst/>
            </a:prstGeom>
            <a:ln w="6350">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grpSp>
      <p:grpSp>
        <p:nvGrpSpPr>
          <p:cNvPr id="42" name="Group 41">
            <a:extLst>
              <a:ext uri="{FF2B5EF4-FFF2-40B4-BE49-F238E27FC236}">
                <a16:creationId xmlns:a16="http://schemas.microsoft.com/office/drawing/2014/main" id="{7BA805EA-D0B2-1173-7005-9867C99A179A}"/>
              </a:ext>
              <a:ext uri="{C183D7F6-B498-43B3-948B-1728B52AA6E4}">
                <adec:decorative xmlns:adec="http://schemas.microsoft.com/office/drawing/2017/decorative" val="1"/>
              </a:ext>
            </a:extLst>
          </p:cNvPr>
          <p:cNvGrpSpPr/>
          <p:nvPr/>
        </p:nvGrpSpPr>
        <p:grpSpPr>
          <a:xfrm>
            <a:off x="4250825" y="4835726"/>
            <a:ext cx="750011" cy="932688"/>
            <a:chOff x="6620529" y="4759526"/>
            <a:chExt cx="750011" cy="932688"/>
          </a:xfrm>
        </p:grpSpPr>
        <p:sp>
          <p:nvSpPr>
            <p:cNvPr id="43" name="Rectangle 42">
              <a:extLst>
                <a:ext uri="{FF2B5EF4-FFF2-40B4-BE49-F238E27FC236}">
                  <a16:creationId xmlns:a16="http://schemas.microsoft.com/office/drawing/2014/main" id="{596F0AC1-DC77-DF01-571B-10AE89FF79D5}"/>
                </a:ext>
                <a:ext uri="{C183D7F6-B498-43B3-948B-1728B52AA6E4}">
                  <adec:decorative xmlns:adec="http://schemas.microsoft.com/office/drawing/2017/decorative" val="1"/>
                </a:ext>
              </a:extLst>
            </p:cNvPr>
            <p:cNvSpPr/>
            <p:nvPr/>
          </p:nvSpPr>
          <p:spPr bwMode="auto">
            <a:xfrm>
              <a:off x="6620529" y="4763586"/>
              <a:ext cx="750011" cy="928628"/>
            </a:xfrm>
            <a:prstGeom prst="rect">
              <a:avLst/>
            </a:prstGeom>
            <a:solidFill>
              <a:schemeClr val="bg1"/>
            </a:solidFill>
            <a:ln w="63897" cap="flat">
              <a:noFill/>
              <a:prstDash val="solid"/>
              <a:miter/>
            </a:ln>
            <a:effectLst>
              <a:innerShdw blurRad="330200" dist="127000" dir="10800000">
                <a:schemeClr val="accent2">
                  <a:alpha val="50000"/>
                </a:schemeClr>
              </a:inn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err="1">
                <a:ln>
                  <a:noFill/>
                </a:ln>
                <a:solidFill>
                  <a:prstClr val="black"/>
                </a:solidFill>
                <a:effectLst/>
                <a:uLnTx/>
                <a:uFillTx/>
                <a:latin typeface="Segoe UI Semibold"/>
                <a:ea typeface="+mn-ea"/>
                <a:cs typeface="Segoe UI Semibold" panose="020B0502040204020203" pitchFamily="34" charset="0"/>
              </a:endParaRPr>
            </a:p>
          </p:txBody>
        </p:sp>
        <p:cxnSp>
          <p:nvCxnSpPr>
            <p:cNvPr id="48" name="Straight Connector 47">
              <a:extLst>
                <a:ext uri="{FF2B5EF4-FFF2-40B4-BE49-F238E27FC236}">
                  <a16:creationId xmlns:a16="http://schemas.microsoft.com/office/drawing/2014/main" id="{441C82B4-E62B-05E2-9370-6CB29E70EE80}"/>
                </a:ext>
                <a:ext uri="{C183D7F6-B498-43B3-948B-1728B52AA6E4}">
                  <adec:decorative xmlns:adec="http://schemas.microsoft.com/office/drawing/2017/decorative" val="1"/>
                </a:ext>
              </a:extLst>
            </p:cNvPr>
            <p:cNvCxnSpPr>
              <a:cxnSpLocks/>
            </p:cNvCxnSpPr>
            <p:nvPr/>
          </p:nvCxnSpPr>
          <p:spPr>
            <a:xfrm flipH="1">
              <a:off x="7370540" y="4759526"/>
              <a:ext cx="0" cy="932688"/>
            </a:xfrm>
            <a:prstGeom prst="line">
              <a:avLst/>
            </a:prstGeom>
            <a:ln w="6350">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grpSp>
      <p:grpSp>
        <p:nvGrpSpPr>
          <p:cNvPr id="49" name="Group 48">
            <a:extLst>
              <a:ext uri="{FF2B5EF4-FFF2-40B4-BE49-F238E27FC236}">
                <a16:creationId xmlns:a16="http://schemas.microsoft.com/office/drawing/2014/main" id="{605C8DD1-57E2-FF12-BB6A-F9F991AB27EC}"/>
              </a:ext>
              <a:ext uri="{C183D7F6-B498-43B3-948B-1728B52AA6E4}">
                <adec:decorative xmlns:adec="http://schemas.microsoft.com/office/drawing/2017/decorative" val="1"/>
              </a:ext>
            </a:extLst>
          </p:cNvPr>
          <p:cNvGrpSpPr/>
          <p:nvPr/>
        </p:nvGrpSpPr>
        <p:grpSpPr>
          <a:xfrm>
            <a:off x="5040727" y="4835726"/>
            <a:ext cx="750011" cy="932688"/>
            <a:chOff x="6620529" y="4759526"/>
            <a:chExt cx="750011" cy="932688"/>
          </a:xfrm>
        </p:grpSpPr>
        <p:sp>
          <p:nvSpPr>
            <p:cNvPr id="53" name="Rectangle 52">
              <a:extLst>
                <a:ext uri="{FF2B5EF4-FFF2-40B4-BE49-F238E27FC236}">
                  <a16:creationId xmlns:a16="http://schemas.microsoft.com/office/drawing/2014/main" id="{4AB2E4AC-1379-D124-167E-19B1AD75C45B}"/>
                </a:ext>
                <a:ext uri="{C183D7F6-B498-43B3-948B-1728B52AA6E4}">
                  <adec:decorative xmlns:adec="http://schemas.microsoft.com/office/drawing/2017/decorative" val="1"/>
                </a:ext>
              </a:extLst>
            </p:cNvPr>
            <p:cNvSpPr/>
            <p:nvPr/>
          </p:nvSpPr>
          <p:spPr bwMode="auto">
            <a:xfrm>
              <a:off x="6620529" y="4763586"/>
              <a:ext cx="750011" cy="928628"/>
            </a:xfrm>
            <a:prstGeom prst="rect">
              <a:avLst/>
            </a:prstGeom>
            <a:solidFill>
              <a:schemeClr val="bg1"/>
            </a:solidFill>
            <a:ln w="63897" cap="flat">
              <a:noFill/>
              <a:prstDash val="solid"/>
              <a:miter/>
            </a:ln>
            <a:effectLst>
              <a:innerShdw blurRad="330200" dist="127000" dir="10800000">
                <a:schemeClr val="accent2">
                  <a:alpha val="50000"/>
                </a:schemeClr>
              </a:inn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err="1">
                <a:ln>
                  <a:noFill/>
                </a:ln>
                <a:solidFill>
                  <a:prstClr val="black"/>
                </a:solidFill>
                <a:effectLst/>
                <a:uLnTx/>
                <a:uFillTx/>
                <a:latin typeface="Segoe UI Semibold"/>
                <a:ea typeface="+mn-ea"/>
                <a:cs typeface="Segoe UI Semibold" panose="020B0502040204020203" pitchFamily="34" charset="0"/>
              </a:endParaRPr>
            </a:p>
          </p:txBody>
        </p:sp>
        <p:cxnSp>
          <p:nvCxnSpPr>
            <p:cNvPr id="90" name="Straight Connector 89">
              <a:extLst>
                <a:ext uri="{FF2B5EF4-FFF2-40B4-BE49-F238E27FC236}">
                  <a16:creationId xmlns:a16="http://schemas.microsoft.com/office/drawing/2014/main" id="{D9D00A07-5980-A1AF-E152-E8F1D6050942}"/>
                </a:ext>
                <a:ext uri="{C183D7F6-B498-43B3-948B-1728B52AA6E4}">
                  <adec:decorative xmlns:adec="http://schemas.microsoft.com/office/drawing/2017/decorative" val="1"/>
                </a:ext>
              </a:extLst>
            </p:cNvPr>
            <p:cNvCxnSpPr>
              <a:cxnSpLocks/>
            </p:cNvCxnSpPr>
            <p:nvPr/>
          </p:nvCxnSpPr>
          <p:spPr>
            <a:xfrm flipH="1">
              <a:off x="7370540" y="4759526"/>
              <a:ext cx="0" cy="932688"/>
            </a:xfrm>
            <a:prstGeom prst="line">
              <a:avLst/>
            </a:prstGeom>
            <a:ln w="6350">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grpSp>
      <p:grpSp>
        <p:nvGrpSpPr>
          <p:cNvPr id="92" name="Group 91">
            <a:extLst>
              <a:ext uri="{FF2B5EF4-FFF2-40B4-BE49-F238E27FC236}">
                <a16:creationId xmlns:a16="http://schemas.microsoft.com/office/drawing/2014/main" id="{8E02255C-9E2C-BBA5-290B-99EDB5E9EF0C}"/>
              </a:ext>
              <a:ext uri="{C183D7F6-B498-43B3-948B-1728B52AA6E4}">
                <adec:decorative xmlns:adec="http://schemas.microsoft.com/office/drawing/2017/decorative" val="1"/>
              </a:ext>
            </a:extLst>
          </p:cNvPr>
          <p:cNvGrpSpPr/>
          <p:nvPr/>
        </p:nvGrpSpPr>
        <p:grpSpPr>
          <a:xfrm>
            <a:off x="5830629" y="4835726"/>
            <a:ext cx="750011" cy="932688"/>
            <a:chOff x="6620529" y="4759526"/>
            <a:chExt cx="750011" cy="932688"/>
          </a:xfrm>
        </p:grpSpPr>
        <p:sp>
          <p:nvSpPr>
            <p:cNvPr id="93" name="Rectangle 92">
              <a:extLst>
                <a:ext uri="{FF2B5EF4-FFF2-40B4-BE49-F238E27FC236}">
                  <a16:creationId xmlns:a16="http://schemas.microsoft.com/office/drawing/2014/main" id="{B44D9323-2266-7EFA-1363-773FD3D2BE5D}"/>
                </a:ext>
                <a:ext uri="{C183D7F6-B498-43B3-948B-1728B52AA6E4}">
                  <adec:decorative xmlns:adec="http://schemas.microsoft.com/office/drawing/2017/decorative" val="1"/>
                </a:ext>
              </a:extLst>
            </p:cNvPr>
            <p:cNvSpPr/>
            <p:nvPr/>
          </p:nvSpPr>
          <p:spPr bwMode="auto">
            <a:xfrm>
              <a:off x="6620529" y="4763586"/>
              <a:ext cx="750011" cy="928628"/>
            </a:xfrm>
            <a:prstGeom prst="rect">
              <a:avLst/>
            </a:prstGeom>
            <a:solidFill>
              <a:schemeClr val="bg1"/>
            </a:solidFill>
            <a:ln w="63897" cap="flat">
              <a:noFill/>
              <a:prstDash val="solid"/>
              <a:miter/>
            </a:ln>
            <a:effectLst>
              <a:innerShdw blurRad="330200" dist="127000" dir="10800000">
                <a:schemeClr val="accent2">
                  <a:alpha val="50000"/>
                </a:schemeClr>
              </a:inn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err="1">
                <a:ln>
                  <a:noFill/>
                </a:ln>
                <a:solidFill>
                  <a:prstClr val="black"/>
                </a:solidFill>
                <a:effectLst/>
                <a:uLnTx/>
                <a:uFillTx/>
                <a:latin typeface="Segoe UI Semibold"/>
                <a:ea typeface="+mn-ea"/>
                <a:cs typeface="Segoe UI Semibold" panose="020B0502040204020203" pitchFamily="34" charset="0"/>
              </a:endParaRPr>
            </a:p>
          </p:txBody>
        </p:sp>
        <p:cxnSp>
          <p:nvCxnSpPr>
            <p:cNvPr id="107" name="Straight Connector 106">
              <a:extLst>
                <a:ext uri="{FF2B5EF4-FFF2-40B4-BE49-F238E27FC236}">
                  <a16:creationId xmlns:a16="http://schemas.microsoft.com/office/drawing/2014/main" id="{3EC6CB78-146C-94EA-A3A9-568FEF44C45E}"/>
                </a:ext>
                <a:ext uri="{C183D7F6-B498-43B3-948B-1728B52AA6E4}">
                  <adec:decorative xmlns:adec="http://schemas.microsoft.com/office/drawing/2017/decorative" val="1"/>
                </a:ext>
              </a:extLst>
            </p:cNvPr>
            <p:cNvCxnSpPr>
              <a:cxnSpLocks/>
            </p:cNvCxnSpPr>
            <p:nvPr/>
          </p:nvCxnSpPr>
          <p:spPr>
            <a:xfrm flipH="1">
              <a:off x="7370540" y="4759526"/>
              <a:ext cx="0" cy="932688"/>
            </a:xfrm>
            <a:prstGeom prst="line">
              <a:avLst/>
            </a:prstGeom>
            <a:ln w="6350">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grpSp>
      <p:pic>
        <p:nvPicPr>
          <p:cNvPr id="81" name="Picture 80">
            <a:extLst>
              <a:ext uri="{FF2B5EF4-FFF2-40B4-BE49-F238E27FC236}">
                <a16:creationId xmlns:a16="http://schemas.microsoft.com/office/drawing/2014/main" id="{43DB6CD9-6339-775E-0120-0A616D9472E2}"/>
              </a:ext>
              <a:ext uri="{C183D7F6-B498-43B3-948B-1728B52AA6E4}">
                <adec:decorative xmlns:adec="http://schemas.microsoft.com/office/drawing/2017/decorative" val="1"/>
              </a:ext>
            </a:extLst>
          </p:cNvPr>
          <p:cNvPicPr>
            <a:picLocks/>
          </p:cNvPicPr>
          <p:nvPr/>
        </p:nvPicPr>
        <p:blipFill rotWithShape="1">
          <a:blip r:embed="rId6">
            <a:extLst>
              <a:ext uri="{28A0092B-C50C-407E-A947-70E740481C1C}">
                <a14:useLocalDpi xmlns:a14="http://schemas.microsoft.com/office/drawing/2010/main" val="0"/>
              </a:ext>
            </a:extLst>
          </a:blip>
          <a:srcRect l="787" t="1983" r="263" b="155"/>
          <a:stretch>
            <a:fillRect/>
          </a:stretch>
        </p:blipFill>
        <p:spPr>
          <a:xfrm>
            <a:off x="395329" y="4839786"/>
            <a:ext cx="669439" cy="928628"/>
          </a:xfrm>
          <a:prstGeom prst="rect">
            <a:avLst/>
          </a:prstGeom>
          <a:ln w="3175">
            <a:solidFill>
              <a:schemeClr val="accent6">
                <a:lumMod val="40000"/>
                <a:lumOff val="60000"/>
              </a:schemeClr>
            </a:solidFill>
          </a:ln>
        </p:spPr>
      </p:pic>
      <p:pic>
        <p:nvPicPr>
          <p:cNvPr id="82" name="Picture 81">
            <a:extLst>
              <a:ext uri="{FF2B5EF4-FFF2-40B4-BE49-F238E27FC236}">
                <a16:creationId xmlns:a16="http://schemas.microsoft.com/office/drawing/2014/main" id="{C9E0F733-AA34-326D-DCA1-2F7B6BDE3D5C}"/>
              </a:ext>
              <a:ext uri="{C183D7F6-B498-43B3-948B-1728B52AA6E4}">
                <adec:decorative xmlns:adec="http://schemas.microsoft.com/office/drawing/2017/decorative" val="1"/>
              </a:ext>
            </a:extLst>
          </p:cNvPr>
          <p:cNvPicPr>
            <a:picLocks/>
          </p:cNvPicPr>
          <p:nvPr/>
        </p:nvPicPr>
        <p:blipFill rotWithShape="1">
          <a:blip r:embed="rId6">
            <a:extLst>
              <a:ext uri="{28A0092B-C50C-407E-A947-70E740481C1C}">
                <a14:useLocalDpi xmlns:a14="http://schemas.microsoft.com/office/drawing/2010/main" val="0"/>
              </a:ext>
            </a:extLst>
          </a:blip>
          <a:srcRect l="787" t="1983" r="263" b="155"/>
          <a:stretch>
            <a:fillRect/>
          </a:stretch>
        </p:blipFill>
        <p:spPr>
          <a:xfrm>
            <a:off x="1103908" y="4839786"/>
            <a:ext cx="669439" cy="928628"/>
          </a:xfrm>
          <a:prstGeom prst="rect">
            <a:avLst/>
          </a:prstGeom>
          <a:ln w="3175">
            <a:solidFill>
              <a:schemeClr val="accent6">
                <a:lumMod val="40000"/>
                <a:lumOff val="60000"/>
              </a:schemeClr>
            </a:solidFill>
          </a:ln>
        </p:spPr>
      </p:pic>
      <p:pic>
        <p:nvPicPr>
          <p:cNvPr id="86" name="Picture 85">
            <a:extLst>
              <a:ext uri="{FF2B5EF4-FFF2-40B4-BE49-F238E27FC236}">
                <a16:creationId xmlns:a16="http://schemas.microsoft.com/office/drawing/2014/main" id="{76BBA2B5-5BB3-F391-289A-2D5D50692607}"/>
              </a:ext>
              <a:ext uri="{C183D7F6-B498-43B3-948B-1728B52AA6E4}">
                <adec:decorative xmlns:adec="http://schemas.microsoft.com/office/drawing/2017/decorative" val="1"/>
              </a:ext>
            </a:extLst>
          </p:cNvPr>
          <p:cNvPicPr>
            <a:picLocks/>
          </p:cNvPicPr>
          <p:nvPr/>
        </p:nvPicPr>
        <p:blipFill rotWithShape="1">
          <a:blip r:embed="rId6">
            <a:extLst>
              <a:ext uri="{28A0092B-C50C-407E-A947-70E740481C1C}">
                <a14:useLocalDpi xmlns:a14="http://schemas.microsoft.com/office/drawing/2010/main" val="0"/>
              </a:ext>
            </a:extLst>
          </a:blip>
          <a:srcRect l="787" t="1983" r="263" b="155"/>
          <a:stretch>
            <a:fillRect/>
          </a:stretch>
        </p:blipFill>
        <p:spPr>
          <a:xfrm>
            <a:off x="1812487" y="4839786"/>
            <a:ext cx="669439" cy="928628"/>
          </a:xfrm>
          <a:prstGeom prst="rect">
            <a:avLst/>
          </a:prstGeom>
          <a:ln w="3175">
            <a:solidFill>
              <a:schemeClr val="accent6">
                <a:lumMod val="40000"/>
                <a:lumOff val="60000"/>
              </a:schemeClr>
            </a:solidFill>
          </a:ln>
        </p:spPr>
      </p:pic>
      <p:pic>
        <p:nvPicPr>
          <p:cNvPr id="87" name="Picture 86">
            <a:extLst>
              <a:ext uri="{FF2B5EF4-FFF2-40B4-BE49-F238E27FC236}">
                <a16:creationId xmlns:a16="http://schemas.microsoft.com/office/drawing/2014/main" id="{9DEDA7B1-32B0-D0D3-EFF7-A47AD1445499}"/>
              </a:ext>
              <a:ext uri="{C183D7F6-B498-43B3-948B-1728B52AA6E4}">
                <adec:decorative xmlns:adec="http://schemas.microsoft.com/office/drawing/2017/decorative" val="1"/>
              </a:ext>
            </a:extLst>
          </p:cNvPr>
          <p:cNvPicPr>
            <a:picLocks/>
          </p:cNvPicPr>
          <p:nvPr/>
        </p:nvPicPr>
        <p:blipFill rotWithShape="1">
          <a:blip r:embed="rId6">
            <a:extLst>
              <a:ext uri="{28A0092B-C50C-407E-A947-70E740481C1C}">
                <a14:useLocalDpi xmlns:a14="http://schemas.microsoft.com/office/drawing/2010/main" val="0"/>
              </a:ext>
            </a:extLst>
          </a:blip>
          <a:srcRect l="787" t="1983" r="263" b="155"/>
          <a:stretch>
            <a:fillRect/>
          </a:stretch>
        </p:blipFill>
        <p:spPr>
          <a:xfrm>
            <a:off x="2521067" y="4839786"/>
            <a:ext cx="669439" cy="928628"/>
          </a:xfrm>
          <a:prstGeom prst="rect">
            <a:avLst/>
          </a:prstGeom>
          <a:ln w="3175">
            <a:solidFill>
              <a:schemeClr val="accent6">
                <a:lumMod val="40000"/>
                <a:lumOff val="60000"/>
              </a:schemeClr>
            </a:solidFill>
          </a:ln>
        </p:spPr>
      </p:pic>
      <p:cxnSp>
        <p:nvCxnSpPr>
          <p:cNvPr id="4" name="Straight Arrow Connector 3">
            <a:extLst>
              <a:ext uri="{FF2B5EF4-FFF2-40B4-BE49-F238E27FC236}">
                <a16:creationId xmlns:a16="http://schemas.microsoft.com/office/drawing/2014/main" id="{3CB378A1-EAD0-E745-5082-679BA349A5F2}"/>
              </a:ext>
              <a:ext uri="{C183D7F6-B498-43B3-948B-1728B52AA6E4}">
                <adec:decorative xmlns:adec="http://schemas.microsoft.com/office/drawing/2017/decorative" val="1"/>
              </a:ext>
            </a:extLst>
          </p:cNvPr>
          <p:cNvCxnSpPr>
            <a:cxnSpLocks/>
          </p:cNvCxnSpPr>
          <p:nvPr/>
        </p:nvCxnSpPr>
        <p:spPr>
          <a:xfrm>
            <a:off x="3190506" y="5254402"/>
            <a:ext cx="270418" cy="0"/>
          </a:xfrm>
          <a:prstGeom prst="straightConnector1">
            <a:avLst/>
          </a:prstGeom>
          <a:ln w="15875">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EAC550D-8319-D7CB-7552-22A0BB5AA321}"/>
              </a:ext>
              <a:ext uri="{C183D7F6-B498-43B3-948B-1728B52AA6E4}">
                <adec:decorative xmlns:adec="http://schemas.microsoft.com/office/drawing/2017/decorative" val="1"/>
              </a:ext>
            </a:extLst>
          </p:cNvPr>
          <p:cNvCxnSpPr>
            <a:cxnSpLocks/>
          </p:cNvCxnSpPr>
          <p:nvPr/>
        </p:nvCxnSpPr>
        <p:spPr>
          <a:xfrm>
            <a:off x="450040" y="5254402"/>
            <a:ext cx="560017" cy="0"/>
          </a:xfrm>
          <a:prstGeom prst="line">
            <a:avLst/>
          </a:prstGeom>
          <a:ln w="6350">
            <a:solidFill>
              <a:srgbClr val="B1B3B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FFD6406-612D-4DDB-3CF0-A3EA2F326040}"/>
              </a:ext>
              <a:ext uri="{C183D7F6-B498-43B3-948B-1728B52AA6E4}">
                <adec:decorative xmlns:adec="http://schemas.microsoft.com/office/drawing/2017/decorative" val="1"/>
              </a:ext>
            </a:extLst>
          </p:cNvPr>
          <p:cNvCxnSpPr>
            <a:cxnSpLocks/>
          </p:cNvCxnSpPr>
          <p:nvPr/>
        </p:nvCxnSpPr>
        <p:spPr>
          <a:xfrm>
            <a:off x="1158619" y="5254402"/>
            <a:ext cx="560017" cy="0"/>
          </a:xfrm>
          <a:prstGeom prst="line">
            <a:avLst/>
          </a:prstGeom>
          <a:ln w="6350">
            <a:solidFill>
              <a:srgbClr val="B1B3B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E5CD18F-4372-3E11-BFA8-FB7AC5C89D5B}"/>
              </a:ext>
              <a:ext uri="{C183D7F6-B498-43B3-948B-1728B52AA6E4}">
                <adec:decorative xmlns:adec="http://schemas.microsoft.com/office/drawing/2017/decorative" val="1"/>
              </a:ext>
            </a:extLst>
          </p:cNvPr>
          <p:cNvCxnSpPr>
            <a:cxnSpLocks/>
          </p:cNvCxnSpPr>
          <p:nvPr/>
        </p:nvCxnSpPr>
        <p:spPr>
          <a:xfrm>
            <a:off x="1867198" y="5254402"/>
            <a:ext cx="560017" cy="0"/>
          </a:xfrm>
          <a:prstGeom prst="line">
            <a:avLst/>
          </a:prstGeom>
          <a:ln w="6350">
            <a:solidFill>
              <a:srgbClr val="B1B3B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8FB26067-10D3-2BDA-7767-9407F5E0C450}"/>
              </a:ext>
              <a:ext uri="{C183D7F6-B498-43B3-948B-1728B52AA6E4}">
                <adec:decorative xmlns:adec="http://schemas.microsoft.com/office/drawing/2017/decorative" val="1"/>
              </a:ext>
            </a:extLst>
          </p:cNvPr>
          <p:cNvCxnSpPr>
            <a:cxnSpLocks/>
          </p:cNvCxnSpPr>
          <p:nvPr/>
        </p:nvCxnSpPr>
        <p:spPr>
          <a:xfrm>
            <a:off x="2575778" y="5254402"/>
            <a:ext cx="560017" cy="0"/>
          </a:xfrm>
          <a:prstGeom prst="line">
            <a:avLst/>
          </a:prstGeom>
          <a:ln w="6350">
            <a:solidFill>
              <a:srgbClr val="B1B3B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235E3A53-462D-6BB0-F5BC-2B8572188E50}"/>
              </a:ext>
              <a:ext uri="{C183D7F6-B498-43B3-948B-1728B52AA6E4}">
                <adec:decorative xmlns:adec="http://schemas.microsoft.com/office/drawing/2017/decorative" val="1"/>
              </a:ext>
            </a:extLst>
          </p:cNvPr>
          <p:cNvCxnSpPr>
            <a:cxnSpLocks/>
          </p:cNvCxnSpPr>
          <p:nvPr/>
        </p:nvCxnSpPr>
        <p:spPr>
          <a:xfrm>
            <a:off x="3555920" y="5254402"/>
            <a:ext cx="560017" cy="0"/>
          </a:xfrm>
          <a:prstGeom prst="line">
            <a:avLst/>
          </a:prstGeom>
          <a:ln w="6350">
            <a:solidFill>
              <a:srgbClr val="B1B3B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1863D2E-F82E-BD2D-94EC-3925362E4953}"/>
              </a:ext>
              <a:ext uri="{C183D7F6-B498-43B3-948B-1728B52AA6E4}">
                <adec:decorative xmlns:adec="http://schemas.microsoft.com/office/drawing/2017/decorative" val="1"/>
              </a:ext>
            </a:extLst>
          </p:cNvPr>
          <p:cNvCxnSpPr>
            <a:cxnSpLocks/>
          </p:cNvCxnSpPr>
          <p:nvPr/>
        </p:nvCxnSpPr>
        <p:spPr>
          <a:xfrm>
            <a:off x="4345822" y="5254402"/>
            <a:ext cx="560017" cy="0"/>
          </a:xfrm>
          <a:prstGeom prst="line">
            <a:avLst/>
          </a:prstGeom>
          <a:ln w="6350">
            <a:solidFill>
              <a:srgbClr val="B1B3B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0714E45-FDB2-AB25-E632-3714D5CB6537}"/>
              </a:ext>
              <a:ext uri="{C183D7F6-B498-43B3-948B-1728B52AA6E4}">
                <adec:decorative xmlns:adec="http://schemas.microsoft.com/office/drawing/2017/decorative" val="1"/>
              </a:ext>
            </a:extLst>
          </p:cNvPr>
          <p:cNvCxnSpPr>
            <a:cxnSpLocks/>
          </p:cNvCxnSpPr>
          <p:nvPr/>
        </p:nvCxnSpPr>
        <p:spPr>
          <a:xfrm>
            <a:off x="6715526" y="5254402"/>
            <a:ext cx="560017" cy="0"/>
          </a:xfrm>
          <a:prstGeom prst="line">
            <a:avLst/>
          </a:prstGeom>
          <a:ln w="6350">
            <a:solidFill>
              <a:srgbClr val="B1B3B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0914E92-08EA-0854-B198-1EB8109D892F}"/>
              </a:ext>
              <a:ext uri="{C183D7F6-B498-43B3-948B-1728B52AA6E4}">
                <adec:decorative xmlns:adec="http://schemas.microsoft.com/office/drawing/2017/decorative" val="1"/>
              </a:ext>
            </a:extLst>
          </p:cNvPr>
          <p:cNvCxnSpPr>
            <a:cxnSpLocks/>
          </p:cNvCxnSpPr>
          <p:nvPr/>
        </p:nvCxnSpPr>
        <p:spPr>
          <a:xfrm>
            <a:off x="5925626" y="5254402"/>
            <a:ext cx="560017" cy="0"/>
          </a:xfrm>
          <a:prstGeom prst="line">
            <a:avLst/>
          </a:prstGeom>
          <a:ln w="6350">
            <a:solidFill>
              <a:srgbClr val="B1B3B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270A1379-43E9-DC95-6EA0-14461CF11E28}"/>
              </a:ext>
              <a:ext uri="{C183D7F6-B498-43B3-948B-1728B52AA6E4}">
                <adec:decorative xmlns:adec="http://schemas.microsoft.com/office/drawing/2017/decorative" val="1"/>
              </a:ext>
            </a:extLst>
          </p:cNvPr>
          <p:cNvCxnSpPr>
            <a:cxnSpLocks/>
          </p:cNvCxnSpPr>
          <p:nvPr/>
        </p:nvCxnSpPr>
        <p:spPr>
          <a:xfrm>
            <a:off x="5135724" y="5254402"/>
            <a:ext cx="560017" cy="0"/>
          </a:xfrm>
          <a:prstGeom prst="line">
            <a:avLst/>
          </a:prstGeom>
          <a:ln w="6350">
            <a:solidFill>
              <a:srgbClr val="B1B3B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A09431FC-6475-6702-BA7E-A6BBBFD44D7F}"/>
              </a:ext>
              <a:ext uri="{C183D7F6-B498-43B3-948B-1728B52AA6E4}">
                <adec:decorative xmlns:adec="http://schemas.microsoft.com/office/drawing/2017/decorative" val="1"/>
              </a:ext>
            </a:extLst>
          </p:cNvPr>
          <p:cNvGrpSpPr/>
          <p:nvPr/>
        </p:nvGrpSpPr>
        <p:grpSpPr>
          <a:xfrm>
            <a:off x="0" y="-2"/>
            <a:ext cx="7772400" cy="1102660"/>
            <a:chOff x="0" y="-2"/>
            <a:chExt cx="7772400" cy="1102660"/>
          </a:xfrm>
        </p:grpSpPr>
        <p:pic>
          <p:nvPicPr>
            <p:cNvPr id="108" name="Picture 107">
              <a:extLst>
                <a:ext uri="{FF2B5EF4-FFF2-40B4-BE49-F238E27FC236}">
                  <a16:creationId xmlns:a16="http://schemas.microsoft.com/office/drawing/2014/main" id="{ED3FC157-2537-CBC4-F15B-B049C28C5581}"/>
                </a:ext>
                <a:ext uri="{C183D7F6-B498-43B3-948B-1728B52AA6E4}">
                  <adec:decorative xmlns:adec="http://schemas.microsoft.com/office/drawing/2017/decorative" val="1"/>
                </a:ext>
              </a:extLst>
            </p:cNvPr>
            <p:cNvPicPr>
              <a:picLocks noChangeAspect="1"/>
            </p:cNvPicPr>
            <p:nvPr/>
          </p:nvPicPr>
          <p:blipFill>
            <a:blip r:embed="rId13"/>
            <a:srcRect l="16691" t="2659" r="1975" b="57641"/>
            <a:stretch>
              <a:fillRect/>
            </a:stretch>
          </p:blipFill>
          <p:spPr>
            <a:xfrm rot="10800000">
              <a:off x="0" y="-2"/>
              <a:ext cx="7772400" cy="1102660"/>
            </a:xfrm>
            <a:prstGeom prst="rect">
              <a:avLst/>
            </a:prstGeom>
          </p:spPr>
        </p:pic>
        <p:grpSp>
          <p:nvGrpSpPr>
            <p:cNvPr id="109" name="Group 108">
              <a:extLst>
                <a:ext uri="{FF2B5EF4-FFF2-40B4-BE49-F238E27FC236}">
                  <a16:creationId xmlns:a16="http://schemas.microsoft.com/office/drawing/2014/main" id="{070C2428-137B-9D68-4272-4ECC1B39C4FE}"/>
                </a:ext>
              </a:extLst>
            </p:cNvPr>
            <p:cNvGrpSpPr/>
            <p:nvPr/>
          </p:nvGrpSpPr>
          <p:grpSpPr>
            <a:xfrm rot="10800000">
              <a:off x="2" y="107949"/>
              <a:ext cx="7772398" cy="994708"/>
              <a:chOff x="3048000" y="2152650"/>
              <a:chExt cx="4093398" cy="944349"/>
            </a:xfrm>
          </p:grpSpPr>
          <p:sp>
            <p:nvSpPr>
              <p:cNvPr id="110" name="Rectangle 109">
                <a:extLst>
                  <a:ext uri="{FF2B5EF4-FFF2-40B4-BE49-F238E27FC236}">
                    <a16:creationId xmlns:a16="http://schemas.microsoft.com/office/drawing/2014/main" id="{E9AE37E5-89A5-8D9C-4147-181045BB46F7}"/>
                  </a:ext>
                </a:extLst>
              </p:cNvPr>
              <p:cNvSpPr/>
              <p:nvPr/>
            </p:nvSpPr>
            <p:spPr bwMode="auto">
              <a:xfrm>
                <a:off x="3048000" y="2152650"/>
                <a:ext cx="4090836" cy="944349"/>
              </a:xfrm>
              <a:prstGeom prst="rect">
                <a:avLst/>
              </a:prstGeom>
              <a:solidFill>
                <a:schemeClr val="bg1">
                  <a:alpha val="5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4364C"/>
                  </a:solidFill>
                  <a:ea typeface="Segoe UI" pitchFamily="34" charset="0"/>
                  <a:cs typeface="Segoe UI" pitchFamily="34" charset="0"/>
                </a:endParaRPr>
              </a:p>
            </p:txBody>
          </p:sp>
          <p:pic>
            <p:nvPicPr>
              <p:cNvPr id="111" name="Picture 110">
                <a:extLst>
                  <a:ext uri="{FF2B5EF4-FFF2-40B4-BE49-F238E27FC236}">
                    <a16:creationId xmlns:a16="http://schemas.microsoft.com/office/drawing/2014/main" id="{287FFC3E-9B9A-5F56-51A5-A3A78F1E54D1}"/>
                  </a:ext>
                </a:extLst>
              </p:cNvPr>
              <p:cNvPicPr>
                <a:picLocks noChangeAspect="1"/>
              </p:cNvPicPr>
              <p:nvPr/>
            </p:nvPicPr>
            <p:blipFill>
              <a:blip r:embed="rId14">
                <a:extLst>
                  <a:ext uri="{28A0092B-C50C-407E-A947-70E740481C1C}">
                    <a14:useLocalDpi xmlns:a14="http://schemas.microsoft.com/office/drawing/2010/main"/>
                  </a:ext>
                </a:extLst>
              </a:blip>
              <a:srcRect r="2821" b="2821"/>
              <a:stretch/>
            </p:blipFill>
            <p:spPr>
              <a:xfrm>
                <a:off x="3048000" y="2152650"/>
                <a:ext cx="4093398" cy="943513"/>
              </a:xfrm>
              <a:prstGeom prst="roundRect">
                <a:avLst>
                  <a:gd name="adj" fmla="val 0"/>
                </a:avLst>
              </a:prstGeom>
            </p:spPr>
          </p:pic>
        </p:grpSp>
      </p:grpSp>
      <p:sp>
        <p:nvSpPr>
          <p:cNvPr id="116" name="Title 13">
            <a:extLst>
              <a:ext uri="{FF2B5EF4-FFF2-40B4-BE49-F238E27FC236}">
                <a16:creationId xmlns:a16="http://schemas.microsoft.com/office/drawing/2014/main" id="{DB22F8D4-7DB0-9A48-D9C7-EC61964AE061}"/>
              </a:ext>
            </a:extLst>
          </p:cNvPr>
          <p:cNvSpPr txBox="1">
            <a:spLocks noGrp="1"/>
          </p:cNvSpPr>
          <p:nvPr>
            <p:ph type="title" idx="4294967295"/>
          </p:nvPr>
        </p:nvSpPr>
        <p:spPr>
          <a:xfrm>
            <a:off x="395329" y="294298"/>
            <a:ext cx="6957971" cy="332399"/>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algn="l" defTabSz="582930" rtl="0" eaLnBrk="1" latinLnBrk="0" hangingPunct="1">
              <a:lnSpc>
                <a:spcPct val="90000"/>
              </a:lnSpc>
              <a:spcBef>
                <a:spcPct val="0"/>
              </a:spcBef>
              <a:buNone/>
              <a:defRPr sz="2805" kern="1200">
                <a:solidFill>
                  <a:schemeClr val="tx1"/>
                </a:solidFill>
                <a:latin typeface="+mj-lt"/>
                <a:ea typeface="+mj-ea"/>
                <a:cs typeface="+mj-cs"/>
              </a:defRPr>
            </a:lvl1pPr>
          </a:lstStyle>
          <a:p>
            <a:pPr marL="0" marR="0" lvl="0" indent="0" algn="l" defTabSz="582930" rtl="0" eaLnBrk="1" fontAlgn="auto" latinLnBrk="0" hangingPunct="1">
              <a:lnSpc>
                <a:spcPct val="90000"/>
              </a:lnSpc>
              <a:spcBef>
                <a:spcPct val="0"/>
              </a:spcBef>
              <a:spcAft>
                <a:spcPts val="0"/>
              </a:spcAft>
              <a:buClrTx/>
              <a:buSzTx/>
              <a:buFontTx/>
              <a:buNone/>
              <a:tabLst/>
              <a:defRPr/>
            </a:pPr>
            <a:r>
              <a:rPr kumimoji="0" lang="en-US" sz="2400" b="0" i="0" u="none" strike="noStrike" kern="0" cap="none" spc="-10" normalizeH="0" baseline="0" noProof="0" dirty="0">
                <a:ln>
                  <a:noFill/>
                </a:ln>
                <a:solidFill>
                  <a:schemeClr val="tx1"/>
                </a:solidFill>
                <a:effectLst/>
                <a:uLnTx/>
                <a:uFillTx/>
                <a:latin typeface="+mj-lt"/>
                <a:ea typeface="+mj-ea"/>
                <a:cs typeface="+mj-cs"/>
              </a:rPr>
              <a:t>The Data Security Envisioning Workshop </a:t>
            </a:r>
          </a:p>
        </p:txBody>
      </p:sp>
      <p:sp>
        <p:nvSpPr>
          <p:cNvPr id="117" name="Subtitle 2">
            <a:extLst>
              <a:ext uri="{FF2B5EF4-FFF2-40B4-BE49-F238E27FC236}">
                <a16:creationId xmlns:a16="http://schemas.microsoft.com/office/drawing/2014/main" id="{73540D7B-91F1-FEF4-7146-C7BC4272F04F}"/>
              </a:ext>
            </a:extLst>
          </p:cNvPr>
          <p:cNvSpPr txBox="1">
            <a:spLocks/>
          </p:cNvSpPr>
          <p:nvPr/>
        </p:nvSpPr>
        <p:spPr>
          <a:xfrm>
            <a:off x="395329" y="659411"/>
            <a:ext cx="4572000" cy="184666"/>
          </a:xfrm>
          <a:prstGeom prst="rect">
            <a:avLst/>
          </a:prstGeom>
          <a:noFill/>
        </p:spPr>
        <p:txBody>
          <a:bodyPr wrap="square" lIns="0" tIns="0" rIns="0" bIns="0" anchor="ctr">
            <a:spAutoFit/>
          </a:bodyPr>
          <a:lstStyle>
            <a:lvl1pPr marL="0" indent="0" algn="l">
              <a:spcBef>
                <a:spcPts val="1200"/>
              </a:spcBef>
              <a:buNone/>
              <a:defRPr sz="1800" b="0" i="0">
                <a:solidFill>
                  <a:schemeClr val="tx1"/>
                </a:solidFill>
                <a:latin typeface="+mn-lt"/>
                <a:ea typeface="+mn-ea"/>
                <a:cs typeface="+mn-cs"/>
              </a:defRPr>
            </a:lvl1pPr>
            <a:lvl2pPr marL="457200" indent="0" algn="ctr">
              <a:buNone/>
              <a:defRPr sz="2000">
                <a:latin typeface="+mn-lt"/>
                <a:ea typeface="+mn-ea"/>
                <a:cs typeface="+mn-cs"/>
              </a:defRPr>
            </a:lvl2pPr>
            <a:lvl3pPr marL="914400" indent="0" algn="ctr">
              <a:buNone/>
              <a:defRPr sz="1800">
                <a:latin typeface="+mn-lt"/>
                <a:ea typeface="+mn-ea"/>
                <a:cs typeface="+mn-cs"/>
              </a:defRPr>
            </a:lvl3pPr>
            <a:lvl4pPr marL="1371600" indent="0" algn="ctr">
              <a:buNone/>
              <a:defRPr sz="1600">
                <a:latin typeface="+mn-lt"/>
                <a:ea typeface="+mn-ea"/>
                <a:cs typeface="+mn-cs"/>
              </a:defRPr>
            </a:lvl4pPr>
            <a:lvl5pPr marL="1828800" indent="0" algn="ctr">
              <a:buNone/>
              <a:defRPr sz="1600">
                <a:latin typeface="+mn-lt"/>
                <a:ea typeface="+mn-ea"/>
                <a:cs typeface="+mn-cs"/>
              </a:defRPr>
            </a:lvl5pPr>
            <a:lvl6pPr marL="2286000" indent="0" algn="ctr">
              <a:buNone/>
              <a:defRPr sz="1600">
                <a:latin typeface="+mn-lt"/>
                <a:ea typeface="+mn-ea"/>
                <a:cs typeface="+mn-cs"/>
              </a:defRPr>
            </a:lvl6pPr>
            <a:lvl7pPr marL="2743200" indent="0" algn="ctr">
              <a:buNone/>
              <a:defRPr sz="1600">
                <a:latin typeface="+mn-lt"/>
                <a:ea typeface="+mn-ea"/>
                <a:cs typeface="+mn-cs"/>
              </a:defRPr>
            </a:lvl7pPr>
            <a:lvl8pPr marL="3200400" indent="0" algn="ctr">
              <a:buNone/>
              <a:defRPr sz="1600">
                <a:latin typeface="+mn-lt"/>
                <a:ea typeface="+mn-ea"/>
                <a:cs typeface="+mn-cs"/>
              </a:defRPr>
            </a:lvl8pPr>
            <a:lvl9pPr marL="3657600" indent="0" algn="ctr">
              <a:buNone/>
              <a:defRPr sz="1600">
                <a:latin typeface="+mn-lt"/>
                <a:ea typeface="+mn-ea"/>
                <a:cs typeface="+mn-cs"/>
              </a:defRPr>
            </a:lvl9pPr>
          </a:lstStyle>
          <a:p>
            <a:pPr defTabSz="932742">
              <a:spcBef>
                <a:spcPts val="100"/>
              </a:spcBef>
              <a:buSzPct val="90000"/>
              <a:defRPr/>
            </a:pPr>
            <a:r>
              <a:rPr lang="en-US" sz="1200" dirty="0">
                <a:cs typeface="Segoe Sans Display Semilight" pitchFamily="2" charset="0"/>
              </a:rPr>
              <a:t>Identify data security risks in your organizational data</a:t>
            </a:r>
          </a:p>
        </p:txBody>
      </p:sp>
      <p:sp>
        <p:nvSpPr>
          <p:cNvPr id="119" name="Title">
            <a:extLst>
              <a:ext uri="{FF2B5EF4-FFF2-40B4-BE49-F238E27FC236}">
                <a16:creationId xmlns:a16="http://schemas.microsoft.com/office/drawing/2014/main" id="{6DCCE4B5-AB6E-A877-C955-9778A66E30C3}"/>
              </a:ext>
            </a:extLst>
          </p:cNvPr>
          <p:cNvSpPr txBox="1">
            <a:spLocks/>
          </p:cNvSpPr>
          <p:nvPr/>
        </p:nvSpPr>
        <p:spPr>
          <a:xfrm>
            <a:off x="385335" y="1211573"/>
            <a:ext cx="6560865" cy="523220"/>
          </a:xfrm>
          <a:prstGeom prst="rect">
            <a:avLst/>
          </a:prstGeom>
        </p:spPr>
        <p:txBody>
          <a:bodyPr vert="horz" wrap="square" lIns="0" tIns="0" rIns="0" bIns="0" rtlCol="0">
            <a:spAutoFit/>
          </a:bodyPr>
          <a:lstStyle>
            <a:lvl1pPr algn="l" defTabSz="1368053" rtl="0" eaLnBrk="1" latinLnBrk="0" hangingPunct="1">
              <a:lnSpc>
                <a:spcPct val="100000"/>
              </a:lnSpc>
              <a:spcBef>
                <a:spcPct val="0"/>
              </a:spcBef>
              <a:buNone/>
              <a:defRPr lang="en-US" sz="5280" b="0" kern="1200" cap="none" spc="-73" baseline="0" dirty="0" smtClean="0">
                <a:ln w="3175">
                  <a:noFill/>
                </a:ln>
                <a:solidFill>
                  <a:schemeClr val="tx1"/>
                </a:solidFill>
                <a:effectLst/>
                <a:latin typeface="+mj-lt"/>
                <a:ea typeface="+mn-ea"/>
                <a:cs typeface="Segoe UI" pitchFamily="34" charset="0"/>
              </a:defRPr>
            </a:lvl1pPr>
          </a:lstStyle>
          <a:p>
            <a:pPr marR="5080" lvl="0" indent="0" algn="l" defTabSz="1368053" rtl="0" eaLnBrk="1" fontAlgn="auto" latinLnBrk="0" hangingPunct="1">
              <a:spcBef>
                <a:spcPct val="0"/>
              </a:spcBef>
              <a:buClrTx/>
              <a:buSzTx/>
              <a:buFontTx/>
              <a:buNone/>
              <a:tabLst/>
              <a:defRPr/>
            </a:pPr>
            <a:r>
              <a:rPr lang="en-US" sz="1700" spc="0" dirty="0">
                <a:latin typeface="+mn-lt"/>
                <a:cs typeface="Segoe Sans Display Semilight" pitchFamily="2" charset="0"/>
              </a:rPr>
              <a:t>The Data Security Check uncovers risks that might be harmful to your organization</a:t>
            </a:r>
          </a:p>
        </p:txBody>
      </p:sp>
      <p:sp>
        <p:nvSpPr>
          <p:cNvPr id="120" name="object 35">
            <a:extLst>
              <a:ext uri="{FF2B5EF4-FFF2-40B4-BE49-F238E27FC236}">
                <a16:creationId xmlns:a16="http://schemas.microsoft.com/office/drawing/2014/main" id="{292A099E-101F-5519-C1D1-FD4F44202429}"/>
              </a:ext>
            </a:extLst>
          </p:cNvPr>
          <p:cNvSpPr txBox="1">
            <a:spLocks/>
          </p:cNvSpPr>
          <p:nvPr/>
        </p:nvSpPr>
        <p:spPr>
          <a:xfrm>
            <a:off x="400001" y="1863431"/>
            <a:ext cx="3401356" cy="1513235"/>
          </a:xfrm>
          <a:prstGeom prst="rect">
            <a:avLst/>
          </a:prstGeom>
        </p:spPr>
        <p:txBody>
          <a:bodyPr vert="horz" wrap="square" lIns="0" tIns="0" rIns="0" bIns="0" rtlCol="0">
            <a:spAutoFit/>
          </a:bodyPr>
          <a:lstStyle/>
          <a:p>
            <a:pPr marL="12700" marR="5080" lvl="0" indent="0" algn="l" defTabSz="914367" rtl="0" eaLnBrk="1" fontAlgn="auto" latinLnBrk="0" hangingPunct="1">
              <a:spcAft>
                <a:spcPts val="500"/>
              </a:spcAft>
              <a:buClrTx/>
              <a:buSzTx/>
              <a:buFontTx/>
              <a:buNone/>
              <a:tabLst/>
              <a:defRPr/>
            </a:pPr>
            <a:r>
              <a:rPr kumimoji="0" lang="en-US" sz="900" b="0" i="0" u="none" strike="noStrike" kern="1200" cap="none" normalizeH="0" noProof="0" dirty="0">
                <a:ln>
                  <a:noFill/>
                </a:ln>
                <a:effectLst/>
                <a:uLnTx/>
                <a:uFillTx/>
                <a:ea typeface="+mn-ea"/>
                <a:cs typeface="Segoe UI"/>
              </a:rPr>
              <a:t>The Data Security Check is an integral part of the Data Security Envisioning Workshop</a:t>
            </a:r>
            <a:r>
              <a:rPr kumimoji="0" lang="en-US" sz="900" b="0" i="0" u="none" strike="noStrike" kern="1200" cap="none" spc="-10" normalizeH="0" noProof="0" dirty="0">
                <a:ln>
                  <a:noFill/>
                </a:ln>
                <a:effectLst/>
                <a:uLnTx/>
                <a:uFillTx/>
                <a:ea typeface="+mn-ea"/>
                <a:cs typeface="Segoe UI"/>
              </a:rPr>
              <a:t>. The Data Security Check leverages Microsoft Purview </a:t>
            </a:r>
            <a:r>
              <a:rPr kumimoji="0" lang="en-US" sz="900" b="0" i="0" u="none" strike="noStrike" kern="1200" cap="none" normalizeH="0" noProof="0" dirty="0">
                <a:ln>
                  <a:noFill/>
                </a:ln>
                <a:effectLst/>
                <a:uLnTx/>
                <a:uFillTx/>
                <a:ea typeface="+mn-ea"/>
                <a:cs typeface="Segoe UI"/>
              </a:rPr>
              <a:t>tools and services in an automated process to:</a:t>
            </a:r>
          </a:p>
          <a:p>
            <a:pPr marL="109728" marR="5080" lvl="0" indent="-109728" algn="l" defTabSz="914367" rtl="0" eaLnBrk="1" fontAlgn="auto" latinLnBrk="0" hangingPunct="1">
              <a:spcAft>
                <a:spcPts val="500"/>
              </a:spcAft>
              <a:buClrTx/>
              <a:buSzTx/>
              <a:buFont typeface="Arial" panose="020B0604020202020204" pitchFamily="34" charset="0"/>
              <a:buChar char="•"/>
              <a:tabLst/>
              <a:defRPr/>
            </a:pPr>
            <a:r>
              <a:rPr kumimoji="0" lang="en-US" sz="900" b="0" i="0" u="none" strike="noStrike" kern="1200" cap="none" normalizeH="0" noProof="0" dirty="0">
                <a:ln>
                  <a:noFill/>
                </a:ln>
                <a:effectLst/>
                <a:uLnTx/>
                <a:uFillTx/>
                <a:ea typeface="+mn-ea"/>
                <a:cs typeface="Segoe UI"/>
              </a:rPr>
              <a:t>Discover data that is stored in the Microsoft 365 Cloud and analyze it for the presence of artifacts that may impose data security risks to the organization. </a:t>
            </a:r>
          </a:p>
          <a:p>
            <a:pPr marL="109728" marR="5080" lvl="0" indent="-109728" algn="l" defTabSz="914367" rtl="0" eaLnBrk="1" fontAlgn="auto" latinLnBrk="0" hangingPunct="1">
              <a:spcAft>
                <a:spcPts val="500"/>
              </a:spcAft>
              <a:buClrTx/>
              <a:buSzTx/>
              <a:buFont typeface="Arial" panose="020B0604020202020204" pitchFamily="34" charset="0"/>
              <a:buChar char="•"/>
              <a:tabLst/>
              <a:defRPr/>
            </a:pPr>
            <a:r>
              <a:rPr kumimoji="0" lang="en-US" sz="900" b="0" i="0" u="none" strike="noStrike" kern="1200" cap="none" normalizeH="0" noProof="0" dirty="0">
                <a:ln>
                  <a:noFill/>
                </a:ln>
                <a:effectLst/>
                <a:uLnTx/>
                <a:uFillTx/>
                <a:ea typeface="+mn-ea"/>
                <a:cs typeface="Segoe UI"/>
              </a:rPr>
              <a:t>Analyze user behavior for events that impose a risk to the </a:t>
            </a:r>
            <a:r>
              <a:rPr lang="en-US" sz="900" spc="-10" dirty="0">
                <a:cs typeface="Segoe UI"/>
              </a:rPr>
              <a:t>customers organization. These vulnerabilities range from the loss </a:t>
            </a:r>
            <a:r>
              <a:rPr kumimoji="0" lang="en-US" sz="900" b="0" i="0" u="none" strike="noStrike" kern="1200" cap="none" spc="-10" normalizeH="0" noProof="0" dirty="0">
                <a:ln>
                  <a:noFill/>
                </a:ln>
                <a:effectLst/>
                <a:uLnTx/>
                <a:uFillTx/>
                <a:ea typeface="+mn-ea"/>
                <a:cs typeface="Segoe UI"/>
              </a:rPr>
              <a:t>of intellectual property to workplace harassment and interaction </a:t>
            </a:r>
            <a:r>
              <a:rPr kumimoji="0" lang="en-US" sz="900" b="0" i="0" u="none" strike="noStrike" kern="1200" cap="none" normalizeH="0" noProof="0" dirty="0">
                <a:ln>
                  <a:noFill/>
                </a:ln>
                <a:effectLst/>
                <a:uLnTx/>
                <a:uFillTx/>
                <a:ea typeface="+mn-ea"/>
                <a:cs typeface="Segoe UI"/>
              </a:rPr>
              <a:t>with generative AI applications </a:t>
            </a:r>
          </a:p>
        </p:txBody>
      </p:sp>
      <p:sp>
        <p:nvSpPr>
          <p:cNvPr id="121" name="object 35">
            <a:extLst>
              <a:ext uri="{FF2B5EF4-FFF2-40B4-BE49-F238E27FC236}">
                <a16:creationId xmlns:a16="http://schemas.microsoft.com/office/drawing/2014/main" id="{35248286-ECBD-D853-87E7-869EBADADEFE}"/>
              </a:ext>
            </a:extLst>
          </p:cNvPr>
          <p:cNvSpPr txBox="1">
            <a:spLocks/>
          </p:cNvSpPr>
          <p:nvPr/>
        </p:nvSpPr>
        <p:spPr>
          <a:xfrm>
            <a:off x="3968973" y="1863431"/>
            <a:ext cx="3401568" cy="1600438"/>
          </a:xfrm>
          <a:prstGeom prst="rect">
            <a:avLst/>
          </a:prstGeom>
        </p:spPr>
        <p:txBody>
          <a:bodyPr vert="horz" wrap="square" lIns="0" tIns="0" rIns="0" bIns="0" rtlCol="0">
            <a:spAutoFit/>
          </a:bodyPr>
          <a:lstStyle/>
          <a:p>
            <a:pPr marL="12700" marR="5080" lvl="0" indent="0" algn="l" defTabSz="914367" rtl="0" eaLnBrk="1" fontAlgn="auto" latinLnBrk="0" hangingPunct="1">
              <a:spcAft>
                <a:spcPts val="500"/>
              </a:spcAft>
              <a:buClrTx/>
              <a:buSzTx/>
              <a:buFontTx/>
              <a:buNone/>
              <a:tabLst/>
              <a:defRPr/>
            </a:pPr>
            <a:r>
              <a:rPr kumimoji="0" lang="en-US" sz="900" b="0" i="0" u="none" strike="noStrike" kern="1200" cap="none" normalizeH="0" noProof="0" dirty="0">
                <a:ln>
                  <a:noFill/>
                </a:ln>
                <a:effectLst/>
                <a:uLnTx/>
                <a:uFillTx/>
                <a:ea typeface="+mn-ea"/>
                <a:cs typeface="Segoe UI"/>
              </a:rPr>
              <a:t>The Data Security Check is structured around typical Microsoft 365 services and their associated data repositories that organizations use. At its core, the Data Security Check analyzes user behavior and scans data repositories related to email, collaboration, and document storage. </a:t>
            </a:r>
          </a:p>
          <a:p>
            <a:pPr marL="12700" marR="5080" lvl="0" indent="0" algn="l" defTabSz="914367" rtl="0" eaLnBrk="1" fontAlgn="auto" latinLnBrk="0" hangingPunct="1">
              <a:spcAft>
                <a:spcPts val="500"/>
              </a:spcAft>
              <a:buClrTx/>
              <a:buSzTx/>
              <a:buFontTx/>
              <a:buNone/>
              <a:tabLst/>
              <a:defRPr/>
            </a:pPr>
            <a:r>
              <a:rPr kumimoji="0" lang="en-US" sz="900" b="0" i="0" u="none" strike="noStrike" kern="1200" cap="none" normalizeH="0" noProof="0" dirty="0">
                <a:ln>
                  <a:noFill/>
                </a:ln>
                <a:effectLst/>
                <a:uLnTx/>
                <a:uFillTx/>
                <a:ea typeface="+mn-ea"/>
                <a:cs typeface="Segoe UI"/>
              </a:rPr>
              <a:t>Optional modules can be added to extend the Data Security Check to include on-premises data repositories, Windows 10/11 endpoints, generative AI and more. All activities share a common framework that will allow you to understand the risks that exist in your organization and develop a roadmap to mitigate and protect your company’s information.</a:t>
            </a:r>
            <a:endParaRPr kumimoji="0" lang="en-US" sz="900" b="0" i="0" u="none" strike="noStrike" kern="1200" cap="none" normalizeH="0" noProof="0" dirty="0">
              <a:ln>
                <a:noFill/>
              </a:ln>
              <a:effectLst/>
              <a:uLnTx/>
              <a:uFillTx/>
              <a:ea typeface="+mn-ea"/>
              <a:cs typeface="+mn-cs"/>
            </a:endParaRPr>
          </a:p>
        </p:txBody>
      </p:sp>
      <p:sp>
        <p:nvSpPr>
          <p:cNvPr id="22" name="TextBox 21">
            <a:extLst>
              <a:ext uri="{FF2B5EF4-FFF2-40B4-BE49-F238E27FC236}">
                <a16:creationId xmlns:a16="http://schemas.microsoft.com/office/drawing/2014/main" id="{38E32DF4-1498-E744-C256-0CDD175ABDCE}"/>
              </a:ext>
            </a:extLst>
          </p:cNvPr>
          <p:cNvSpPr txBox="1"/>
          <p:nvPr/>
        </p:nvSpPr>
        <p:spPr>
          <a:xfrm>
            <a:off x="574929" y="4238581"/>
            <a:ext cx="875241" cy="276999"/>
          </a:xfrm>
          <a:prstGeom prst="rect">
            <a:avLst/>
          </a:prstGeom>
          <a:noFill/>
        </p:spPr>
        <p:txBody>
          <a:bodyPr wrap="none" lIns="0" tIns="0" rIns="0" bIns="0" rtlCol="0">
            <a:spAutoFit/>
          </a:bodyPr>
          <a:lstStyle/>
          <a:p>
            <a:pPr algn="ctr"/>
            <a:r>
              <a:rPr lang="en-US" sz="900" dirty="0">
                <a:solidFill>
                  <a:srgbClr val="505050"/>
                </a:solidFill>
                <a:latin typeface="Segoe Sans Display Semibold" pitchFamily="2" charset="0"/>
                <a:cs typeface="Segoe Sans Display Semibold" pitchFamily="2" charset="0"/>
                <a:sym typeface="Segoe UI Semibold"/>
              </a:rPr>
              <a:t>Pre-engagement</a:t>
            </a:r>
          </a:p>
          <a:p>
            <a:pPr algn="ctr"/>
            <a:r>
              <a:rPr lang="en-US" sz="900" dirty="0">
                <a:solidFill>
                  <a:srgbClr val="505050"/>
                </a:solidFill>
                <a:latin typeface="Segoe Sans Display Semibold" pitchFamily="2" charset="0"/>
                <a:cs typeface="Segoe Sans Display Semibold" pitchFamily="2" charset="0"/>
                <a:sym typeface="Segoe UI Semibold"/>
              </a:rPr>
              <a:t>meeting</a:t>
            </a:r>
          </a:p>
        </p:txBody>
      </p:sp>
      <p:sp>
        <p:nvSpPr>
          <p:cNvPr id="27" name="TextBox 26">
            <a:extLst>
              <a:ext uri="{FF2B5EF4-FFF2-40B4-BE49-F238E27FC236}">
                <a16:creationId xmlns:a16="http://schemas.microsoft.com/office/drawing/2014/main" id="{4C85DA07-31C2-FEE7-C93B-5B3BEAA8A21D}"/>
              </a:ext>
            </a:extLst>
          </p:cNvPr>
          <p:cNvSpPr txBox="1"/>
          <p:nvPr/>
        </p:nvSpPr>
        <p:spPr>
          <a:xfrm>
            <a:off x="2973609" y="4238581"/>
            <a:ext cx="706925" cy="276999"/>
          </a:xfrm>
          <a:prstGeom prst="rect">
            <a:avLst/>
          </a:prstGeom>
          <a:noFill/>
        </p:spPr>
        <p:txBody>
          <a:bodyPr wrap="none" lIns="0" tIns="0" rIns="0" bIns="0" rtlCol="0">
            <a:spAutoFit/>
          </a:bodyPr>
          <a:lstStyle/>
          <a:p>
            <a:pPr algn="ctr"/>
            <a:r>
              <a:rPr lang="en-US" sz="900" dirty="0">
                <a:solidFill>
                  <a:prstClr val="black"/>
                </a:solidFill>
                <a:latin typeface="Segoe Sans Display Semibold" pitchFamily="2" charset="0"/>
                <a:cs typeface="Segoe Sans Display Semibold" pitchFamily="2" charset="0"/>
                <a:sym typeface="Segoe UI Semibold"/>
              </a:rPr>
              <a:t>Data Security</a:t>
            </a:r>
            <a:br>
              <a:rPr lang="en-US" sz="900" dirty="0">
                <a:solidFill>
                  <a:prstClr val="black"/>
                </a:solidFill>
                <a:latin typeface="Segoe Sans Display Semibold" pitchFamily="2" charset="0"/>
                <a:cs typeface="Segoe Sans Display Semibold" pitchFamily="2" charset="0"/>
                <a:sym typeface="Segoe UI Semibold"/>
              </a:rPr>
            </a:br>
            <a:r>
              <a:rPr lang="en-US" sz="900" dirty="0">
                <a:solidFill>
                  <a:prstClr val="black"/>
                </a:solidFill>
                <a:latin typeface="Segoe Sans Display Semibold" pitchFamily="2" charset="0"/>
                <a:cs typeface="Segoe Sans Display Semibold" pitchFamily="2" charset="0"/>
                <a:sym typeface="Segoe UI Semibold"/>
              </a:rPr>
              <a:t>Check</a:t>
            </a:r>
          </a:p>
        </p:txBody>
      </p:sp>
      <p:sp>
        <p:nvSpPr>
          <p:cNvPr id="28" name="TextBox 27">
            <a:extLst>
              <a:ext uri="{FF2B5EF4-FFF2-40B4-BE49-F238E27FC236}">
                <a16:creationId xmlns:a16="http://schemas.microsoft.com/office/drawing/2014/main" id="{31D3AA26-B5AC-2F29-481F-9B54136987C9}"/>
              </a:ext>
            </a:extLst>
          </p:cNvPr>
          <p:cNvSpPr txBox="1"/>
          <p:nvPr/>
        </p:nvSpPr>
        <p:spPr>
          <a:xfrm>
            <a:off x="4553047" y="4238581"/>
            <a:ext cx="976229" cy="276999"/>
          </a:xfrm>
          <a:prstGeom prst="rect">
            <a:avLst/>
          </a:prstGeom>
          <a:noFill/>
        </p:spPr>
        <p:txBody>
          <a:bodyPr wrap="none" lIns="0" tIns="0" rIns="0" bIns="0" rtlCol="0">
            <a:spAutoFit/>
          </a:bodyPr>
          <a:lstStyle/>
          <a:p>
            <a:pPr algn="ctr"/>
            <a:r>
              <a:rPr lang="en-US" sz="900" dirty="0">
                <a:solidFill>
                  <a:srgbClr val="505050"/>
                </a:solidFill>
                <a:latin typeface="Segoe Sans Display Semibold" pitchFamily="2" charset="0"/>
                <a:cs typeface="Segoe Sans Display Semibold" pitchFamily="2" charset="0"/>
                <a:sym typeface="Segoe UI Semibold"/>
              </a:rPr>
              <a:t>Microsoft Purview</a:t>
            </a:r>
            <a:br>
              <a:rPr lang="en-US" sz="900" dirty="0">
                <a:solidFill>
                  <a:srgbClr val="505050"/>
                </a:solidFill>
                <a:latin typeface="Segoe Sans Display Semibold" pitchFamily="2" charset="0"/>
                <a:cs typeface="Segoe Sans Display Semibold" pitchFamily="2" charset="0"/>
                <a:sym typeface="Segoe UI Semibold"/>
              </a:rPr>
            </a:br>
            <a:r>
              <a:rPr lang="en-US" sz="900" dirty="0">
                <a:solidFill>
                  <a:srgbClr val="505050"/>
                </a:solidFill>
                <a:latin typeface="Segoe Sans Display Semibold" pitchFamily="2" charset="0"/>
                <a:cs typeface="Segoe Sans Display Semibold" pitchFamily="2" charset="0"/>
                <a:sym typeface="Segoe UI Semibold"/>
              </a:rPr>
              <a:t>Portfolio Overview</a:t>
            </a:r>
          </a:p>
        </p:txBody>
      </p:sp>
      <p:sp>
        <p:nvSpPr>
          <p:cNvPr id="29" name="TextBox 28">
            <a:extLst>
              <a:ext uri="{FF2B5EF4-FFF2-40B4-BE49-F238E27FC236}">
                <a16:creationId xmlns:a16="http://schemas.microsoft.com/office/drawing/2014/main" id="{3960D9C1-5ECA-BDAB-9352-C95AAB64A237}"/>
              </a:ext>
            </a:extLst>
          </p:cNvPr>
          <p:cNvSpPr txBox="1"/>
          <p:nvPr/>
        </p:nvSpPr>
        <p:spPr>
          <a:xfrm>
            <a:off x="6262802" y="4238581"/>
            <a:ext cx="981038" cy="276999"/>
          </a:xfrm>
          <a:prstGeom prst="rect">
            <a:avLst/>
          </a:prstGeom>
          <a:noFill/>
        </p:spPr>
        <p:txBody>
          <a:bodyPr wrap="none" lIns="0" tIns="0" rIns="0" bIns="0" rtlCol="0">
            <a:spAutoFit/>
          </a:bodyPr>
          <a:lstStyle/>
          <a:p>
            <a:pPr algn="ctr"/>
            <a:r>
              <a:rPr lang="en-US" sz="900" dirty="0">
                <a:solidFill>
                  <a:srgbClr val="505050"/>
                </a:solidFill>
                <a:latin typeface="Segoe Sans Display Semibold" pitchFamily="2" charset="0"/>
                <a:cs typeface="Segoe Sans Display Semibold" pitchFamily="2" charset="0"/>
                <a:sym typeface="Segoe UI Semibold"/>
              </a:rPr>
              <a:t>Recommendations</a:t>
            </a:r>
            <a:br>
              <a:rPr lang="en-US" sz="900" dirty="0">
                <a:solidFill>
                  <a:srgbClr val="505050"/>
                </a:solidFill>
                <a:latin typeface="Segoe Sans Display Semibold" pitchFamily="2" charset="0"/>
                <a:cs typeface="Segoe Sans Display Semibold" pitchFamily="2" charset="0"/>
                <a:sym typeface="Segoe UI Semibold"/>
              </a:rPr>
            </a:br>
            <a:r>
              <a:rPr lang="en-US" sz="900" dirty="0">
                <a:solidFill>
                  <a:srgbClr val="505050"/>
                </a:solidFill>
                <a:latin typeface="Segoe Sans Display Semibold" pitchFamily="2" charset="0"/>
                <a:cs typeface="Segoe Sans Display Semibold" pitchFamily="2" charset="0"/>
                <a:sym typeface="Segoe UI Semibold"/>
              </a:rPr>
              <a:t>and Next Steps</a:t>
            </a:r>
          </a:p>
        </p:txBody>
      </p:sp>
      <p:sp>
        <p:nvSpPr>
          <p:cNvPr id="51" name="Rectangle 50">
            <a:extLst>
              <a:ext uri="{FF2B5EF4-FFF2-40B4-BE49-F238E27FC236}">
                <a16:creationId xmlns:a16="http://schemas.microsoft.com/office/drawing/2014/main" id="{7571F7A2-6890-384F-1F94-6604531A4CCE}"/>
              </a:ext>
            </a:extLst>
          </p:cNvPr>
          <p:cNvSpPr/>
          <p:nvPr/>
        </p:nvSpPr>
        <p:spPr bwMode="auto">
          <a:xfrm>
            <a:off x="414078" y="4948742"/>
            <a:ext cx="631941" cy="249299"/>
          </a:xfrm>
          <a:prstGeom prst="rect">
            <a:avLst/>
          </a:prstGeom>
          <a:no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900" i="0" u="none" strike="noStrike" kern="1200" cap="none" spc="-20" normalizeH="0" noProof="0" dirty="0">
                <a:ln>
                  <a:noFill/>
                </a:ln>
                <a:solidFill>
                  <a:prstClr val="black"/>
                </a:solidFill>
                <a:effectLst/>
                <a:uLnTx/>
                <a:uFillTx/>
                <a:latin typeface="Segoe Sans Display Semibold" pitchFamily="2" charset="0"/>
                <a:cs typeface="Segoe Sans Display Semibold" pitchFamily="2" charset="0"/>
              </a:rPr>
              <a:t>Mandatory </a:t>
            </a:r>
            <a: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t>Module</a:t>
            </a:r>
          </a:p>
        </p:txBody>
      </p:sp>
      <p:sp>
        <p:nvSpPr>
          <p:cNvPr id="52" name="Rectangle 51">
            <a:extLst>
              <a:ext uri="{FF2B5EF4-FFF2-40B4-BE49-F238E27FC236}">
                <a16:creationId xmlns:a16="http://schemas.microsoft.com/office/drawing/2014/main" id="{F16EA480-002D-AE2B-02FB-87987C2A4B52}"/>
              </a:ext>
            </a:extLst>
          </p:cNvPr>
          <p:cNvSpPr/>
          <p:nvPr/>
        </p:nvSpPr>
        <p:spPr bwMode="auto">
          <a:xfrm>
            <a:off x="396292" y="5293560"/>
            <a:ext cx="667512" cy="276999"/>
          </a:xfrm>
          <a:prstGeom prst="rect">
            <a:avLst/>
          </a:prstGeom>
          <a:no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t>Exchange</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t>Online</a:t>
            </a:r>
          </a:p>
        </p:txBody>
      </p:sp>
      <p:sp>
        <p:nvSpPr>
          <p:cNvPr id="67" name="Rectangle 66">
            <a:extLst>
              <a:ext uri="{FF2B5EF4-FFF2-40B4-BE49-F238E27FC236}">
                <a16:creationId xmlns:a16="http://schemas.microsoft.com/office/drawing/2014/main" id="{B7AEF632-836C-841F-83A4-24CB6706FFF2}"/>
              </a:ext>
            </a:extLst>
          </p:cNvPr>
          <p:cNvSpPr/>
          <p:nvPr/>
        </p:nvSpPr>
        <p:spPr bwMode="auto">
          <a:xfrm>
            <a:off x="1122657" y="4948742"/>
            <a:ext cx="631941" cy="249299"/>
          </a:xfrm>
          <a:prstGeom prst="rect">
            <a:avLst/>
          </a:prstGeom>
          <a:no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900" i="0" u="none" strike="noStrike" kern="1200" cap="none" spc="-20" normalizeH="0" noProof="0" dirty="0">
                <a:ln>
                  <a:noFill/>
                </a:ln>
                <a:solidFill>
                  <a:prstClr val="black"/>
                </a:solidFill>
                <a:effectLst/>
                <a:uLnTx/>
                <a:uFillTx/>
                <a:latin typeface="Segoe Sans Display Semibold" pitchFamily="2" charset="0"/>
                <a:cs typeface="Segoe Sans Display Semibold" pitchFamily="2" charset="0"/>
              </a:rPr>
              <a:t>Mandatory </a:t>
            </a:r>
            <a: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t>Module</a:t>
            </a:r>
          </a:p>
        </p:txBody>
      </p:sp>
      <p:sp>
        <p:nvSpPr>
          <p:cNvPr id="68" name="Rectangle 67">
            <a:extLst>
              <a:ext uri="{FF2B5EF4-FFF2-40B4-BE49-F238E27FC236}">
                <a16:creationId xmlns:a16="http://schemas.microsoft.com/office/drawing/2014/main" id="{B45225A3-1574-511C-4ECE-073940FD1DC8}"/>
              </a:ext>
            </a:extLst>
          </p:cNvPr>
          <p:cNvSpPr/>
          <p:nvPr/>
        </p:nvSpPr>
        <p:spPr bwMode="auto">
          <a:xfrm>
            <a:off x="1104871" y="5293560"/>
            <a:ext cx="667512" cy="276999"/>
          </a:xfrm>
          <a:prstGeom prst="rect">
            <a:avLst/>
          </a:prstGeom>
          <a:no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t>SharePoint</a:t>
            </a:r>
            <a:b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br>
            <a: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t>Online</a:t>
            </a:r>
          </a:p>
        </p:txBody>
      </p:sp>
      <p:sp>
        <p:nvSpPr>
          <p:cNvPr id="69" name="Rectangle 68">
            <a:extLst>
              <a:ext uri="{FF2B5EF4-FFF2-40B4-BE49-F238E27FC236}">
                <a16:creationId xmlns:a16="http://schemas.microsoft.com/office/drawing/2014/main" id="{CB7C0FCC-EE8C-827F-26B3-4621873AE73C}"/>
              </a:ext>
            </a:extLst>
          </p:cNvPr>
          <p:cNvSpPr/>
          <p:nvPr/>
        </p:nvSpPr>
        <p:spPr bwMode="auto">
          <a:xfrm>
            <a:off x="1831236" y="4948742"/>
            <a:ext cx="631941" cy="249299"/>
          </a:xfrm>
          <a:prstGeom prst="rect">
            <a:avLst/>
          </a:prstGeom>
          <a:no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900" i="0" u="none" strike="noStrike" kern="1200" cap="none" spc="-20" normalizeH="0" noProof="0" dirty="0">
                <a:ln>
                  <a:noFill/>
                </a:ln>
                <a:solidFill>
                  <a:prstClr val="black"/>
                </a:solidFill>
                <a:effectLst/>
                <a:uLnTx/>
                <a:uFillTx/>
                <a:latin typeface="Segoe Sans Display Semibold" pitchFamily="2" charset="0"/>
                <a:cs typeface="Segoe Sans Display Semibold" pitchFamily="2" charset="0"/>
              </a:rPr>
              <a:t>Mandatory </a:t>
            </a:r>
            <a: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t>Module</a:t>
            </a:r>
          </a:p>
        </p:txBody>
      </p:sp>
      <p:sp>
        <p:nvSpPr>
          <p:cNvPr id="88" name="Rectangle 87">
            <a:extLst>
              <a:ext uri="{FF2B5EF4-FFF2-40B4-BE49-F238E27FC236}">
                <a16:creationId xmlns:a16="http://schemas.microsoft.com/office/drawing/2014/main" id="{BCA22FF1-D135-AECD-31A0-66F3A3EDF8DC}"/>
              </a:ext>
            </a:extLst>
          </p:cNvPr>
          <p:cNvSpPr/>
          <p:nvPr/>
        </p:nvSpPr>
        <p:spPr bwMode="auto">
          <a:xfrm>
            <a:off x="1813450" y="5362810"/>
            <a:ext cx="667512" cy="138499"/>
          </a:xfrm>
          <a:prstGeom prst="rect">
            <a:avLst/>
          </a:prstGeom>
          <a:no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t>Teams</a:t>
            </a:r>
          </a:p>
        </p:txBody>
      </p:sp>
      <p:sp>
        <p:nvSpPr>
          <p:cNvPr id="89" name="Rectangle 88">
            <a:extLst>
              <a:ext uri="{FF2B5EF4-FFF2-40B4-BE49-F238E27FC236}">
                <a16:creationId xmlns:a16="http://schemas.microsoft.com/office/drawing/2014/main" id="{257FB02F-8D9B-66BA-4206-8CC0BD072C95}"/>
              </a:ext>
            </a:extLst>
          </p:cNvPr>
          <p:cNvSpPr/>
          <p:nvPr/>
        </p:nvSpPr>
        <p:spPr bwMode="auto">
          <a:xfrm>
            <a:off x="2539816" y="4948742"/>
            <a:ext cx="631941" cy="249299"/>
          </a:xfrm>
          <a:prstGeom prst="rect">
            <a:avLst/>
          </a:prstGeom>
          <a:no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900" i="0" u="none" strike="noStrike" kern="1200" cap="none" spc="-20" normalizeH="0" noProof="0" dirty="0">
                <a:ln>
                  <a:noFill/>
                </a:ln>
                <a:solidFill>
                  <a:prstClr val="black"/>
                </a:solidFill>
                <a:effectLst/>
                <a:uLnTx/>
                <a:uFillTx/>
                <a:latin typeface="Segoe Sans Display Semibold" pitchFamily="2" charset="0"/>
                <a:cs typeface="Segoe Sans Display Semibold" pitchFamily="2" charset="0"/>
              </a:rPr>
              <a:t>Mandatory </a:t>
            </a:r>
            <a: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t>Module</a:t>
            </a:r>
          </a:p>
        </p:txBody>
      </p:sp>
      <p:sp>
        <p:nvSpPr>
          <p:cNvPr id="91" name="Rectangle 90">
            <a:extLst>
              <a:ext uri="{FF2B5EF4-FFF2-40B4-BE49-F238E27FC236}">
                <a16:creationId xmlns:a16="http://schemas.microsoft.com/office/drawing/2014/main" id="{73246A1D-5428-165C-151F-0B8B443D2779}"/>
              </a:ext>
            </a:extLst>
          </p:cNvPr>
          <p:cNvSpPr/>
          <p:nvPr/>
        </p:nvSpPr>
        <p:spPr bwMode="auto">
          <a:xfrm>
            <a:off x="2522030" y="5293560"/>
            <a:ext cx="667512" cy="415498"/>
          </a:xfrm>
          <a:prstGeom prst="rect">
            <a:avLst/>
          </a:prstGeom>
          <a:no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t>Insider Risk Manage-</a:t>
            </a:r>
            <a:r>
              <a:rPr kumimoji="0" lang="en-US" sz="900" b="0" i="0" u="none" strike="noStrike" kern="1200" cap="none" spc="-20" normalizeH="0" noProof="0" dirty="0" err="1">
                <a:ln>
                  <a:noFill/>
                </a:ln>
                <a:solidFill>
                  <a:prstClr val="black"/>
                </a:solidFill>
                <a:effectLst/>
                <a:uLnTx/>
                <a:uFillTx/>
                <a:ea typeface="+mn-ea"/>
                <a:cs typeface="Segoe UI" panose="020B0502040204020203" pitchFamily="34" charset="0"/>
              </a:rPr>
              <a:t>ment</a:t>
            </a:r>
            <a:endPar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endParaRPr>
          </a:p>
        </p:txBody>
      </p:sp>
      <p:sp>
        <p:nvSpPr>
          <p:cNvPr id="94" name="Rectangle 93">
            <a:extLst>
              <a:ext uri="{FF2B5EF4-FFF2-40B4-BE49-F238E27FC236}">
                <a16:creationId xmlns:a16="http://schemas.microsoft.com/office/drawing/2014/main" id="{5061F692-B5D4-E105-E455-369116DC0831}"/>
              </a:ext>
            </a:extLst>
          </p:cNvPr>
          <p:cNvSpPr/>
          <p:nvPr/>
        </p:nvSpPr>
        <p:spPr bwMode="auto">
          <a:xfrm>
            <a:off x="3519958" y="4948742"/>
            <a:ext cx="631941" cy="249299"/>
          </a:xfrm>
          <a:prstGeom prst="rect">
            <a:avLst/>
          </a:prstGeom>
          <a:no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900" i="0" u="none" strike="noStrike" kern="1200" cap="none" spc="-20" normalizeH="0" noProof="0" dirty="0">
                <a:ln>
                  <a:noFill/>
                </a:ln>
                <a:solidFill>
                  <a:prstClr val="black"/>
                </a:solidFill>
                <a:effectLst/>
                <a:uLnTx/>
                <a:uFillTx/>
                <a:latin typeface="Segoe Sans Display Semibold" pitchFamily="2" charset="0"/>
                <a:cs typeface="Segoe Sans Display Semibold" pitchFamily="2" charset="0"/>
              </a:rPr>
              <a:t>Optional</a:t>
            </a:r>
            <a:br>
              <a:rPr kumimoji="0" lang="en-US" sz="900" i="0" u="none" strike="noStrike" kern="1200" cap="none" spc="-20" normalizeH="0" noProof="0" dirty="0">
                <a:ln>
                  <a:noFill/>
                </a:ln>
                <a:solidFill>
                  <a:prstClr val="black"/>
                </a:solidFill>
                <a:effectLst/>
                <a:uLnTx/>
                <a:uFillTx/>
                <a:latin typeface="Segoe Sans Display Semibold" pitchFamily="2" charset="0"/>
                <a:cs typeface="Segoe Sans Display Semibold" pitchFamily="2" charset="0"/>
              </a:rPr>
            </a:br>
            <a: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t>Module</a:t>
            </a:r>
          </a:p>
        </p:txBody>
      </p:sp>
      <p:sp>
        <p:nvSpPr>
          <p:cNvPr id="98" name="Rectangle 97">
            <a:extLst>
              <a:ext uri="{FF2B5EF4-FFF2-40B4-BE49-F238E27FC236}">
                <a16:creationId xmlns:a16="http://schemas.microsoft.com/office/drawing/2014/main" id="{18FB3A09-2E8C-C0A9-8408-75EE2DDA22B4}"/>
              </a:ext>
            </a:extLst>
          </p:cNvPr>
          <p:cNvSpPr/>
          <p:nvPr/>
        </p:nvSpPr>
        <p:spPr bwMode="auto">
          <a:xfrm>
            <a:off x="3502172" y="5293560"/>
            <a:ext cx="667512" cy="276999"/>
          </a:xfrm>
          <a:prstGeom prst="rect">
            <a:avLst/>
          </a:prstGeom>
          <a:no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t>Compliance Manager</a:t>
            </a:r>
          </a:p>
        </p:txBody>
      </p:sp>
      <p:sp>
        <p:nvSpPr>
          <p:cNvPr id="99" name="Rectangle 98">
            <a:extLst>
              <a:ext uri="{FF2B5EF4-FFF2-40B4-BE49-F238E27FC236}">
                <a16:creationId xmlns:a16="http://schemas.microsoft.com/office/drawing/2014/main" id="{507A2F4E-0F70-F5C8-BAD5-E7923C3315D6}"/>
              </a:ext>
            </a:extLst>
          </p:cNvPr>
          <p:cNvSpPr/>
          <p:nvPr/>
        </p:nvSpPr>
        <p:spPr bwMode="auto">
          <a:xfrm>
            <a:off x="4309859" y="4948742"/>
            <a:ext cx="631941" cy="249299"/>
          </a:xfrm>
          <a:prstGeom prst="rect">
            <a:avLst/>
          </a:prstGeom>
          <a:no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gn="ctr" defTabSz="932472" fontAlgn="base">
              <a:lnSpc>
                <a:spcPct val="90000"/>
              </a:lnSpc>
              <a:spcBef>
                <a:spcPct val="0"/>
              </a:spcBef>
              <a:spcAft>
                <a:spcPct val="0"/>
              </a:spcAft>
              <a:defRPr/>
            </a:pPr>
            <a:r>
              <a:rPr lang="en-US" sz="900" spc="-20" dirty="0">
                <a:solidFill>
                  <a:prstClr val="black"/>
                </a:solidFill>
                <a:latin typeface="Segoe Sans Display Semibold" pitchFamily="2" charset="0"/>
                <a:cs typeface="Segoe Sans Display Semibold" pitchFamily="2" charset="0"/>
              </a:rPr>
              <a:t>Optional</a:t>
            </a:r>
            <a:br>
              <a:rPr lang="en-US" sz="900" spc="-20" dirty="0">
                <a:solidFill>
                  <a:prstClr val="black"/>
                </a:solidFill>
                <a:latin typeface="Segoe Sans Display Semibold" pitchFamily="2" charset="0"/>
                <a:cs typeface="Segoe Sans Display Semibold" pitchFamily="2" charset="0"/>
              </a:rPr>
            </a:br>
            <a:r>
              <a:rPr lang="en-US" sz="900" spc="-20" dirty="0">
                <a:solidFill>
                  <a:prstClr val="black"/>
                </a:solidFill>
                <a:cs typeface="Segoe UI" panose="020B0502040204020203" pitchFamily="34" charset="0"/>
              </a:rPr>
              <a:t>Module</a:t>
            </a:r>
          </a:p>
        </p:txBody>
      </p:sp>
      <p:sp>
        <p:nvSpPr>
          <p:cNvPr id="100" name="Rectangle 99">
            <a:extLst>
              <a:ext uri="{FF2B5EF4-FFF2-40B4-BE49-F238E27FC236}">
                <a16:creationId xmlns:a16="http://schemas.microsoft.com/office/drawing/2014/main" id="{774E6BB5-018C-C3EA-15D6-73DE26FB6A78}"/>
              </a:ext>
            </a:extLst>
          </p:cNvPr>
          <p:cNvSpPr/>
          <p:nvPr/>
        </p:nvSpPr>
        <p:spPr bwMode="auto">
          <a:xfrm>
            <a:off x="4292073" y="5293560"/>
            <a:ext cx="667512" cy="276999"/>
          </a:xfrm>
          <a:prstGeom prst="rect">
            <a:avLst/>
          </a:prstGeom>
          <a:no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t>On-premises</a:t>
            </a:r>
            <a:b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br>
            <a: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t>data stores</a:t>
            </a:r>
          </a:p>
        </p:txBody>
      </p:sp>
      <p:sp>
        <p:nvSpPr>
          <p:cNvPr id="101" name="Rectangle 100">
            <a:extLst>
              <a:ext uri="{FF2B5EF4-FFF2-40B4-BE49-F238E27FC236}">
                <a16:creationId xmlns:a16="http://schemas.microsoft.com/office/drawing/2014/main" id="{863E7C4E-2115-9832-A047-06841D3E95E2}"/>
              </a:ext>
            </a:extLst>
          </p:cNvPr>
          <p:cNvSpPr/>
          <p:nvPr/>
        </p:nvSpPr>
        <p:spPr bwMode="auto">
          <a:xfrm>
            <a:off x="5099761" y="4948742"/>
            <a:ext cx="631941" cy="249299"/>
          </a:xfrm>
          <a:prstGeom prst="rect">
            <a:avLst/>
          </a:prstGeom>
          <a:no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gn="ctr" defTabSz="932472" fontAlgn="base">
              <a:lnSpc>
                <a:spcPct val="90000"/>
              </a:lnSpc>
              <a:spcBef>
                <a:spcPct val="0"/>
              </a:spcBef>
              <a:spcAft>
                <a:spcPct val="0"/>
              </a:spcAft>
              <a:defRPr/>
            </a:pPr>
            <a:r>
              <a:rPr lang="en-US" sz="900" spc="-20" dirty="0">
                <a:solidFill>
                  <a:prstClr val="black"/>
                </a:solidFill>
                <a:latin typeface="Segoe Sans Display Semibold" pitchFamily="2" charset="0"/>
                <a:cs typeface="Segoe Sans Display Semibold" pitchFamily="2" charset="0"/>
              </a:rPr>
              <a:t>Optional</a:t>
            </a:r>
            <a:br>
              <a:rPr lang="en-US" sz="900" spc="-20" dirty="0">
                <a:solidFill>
                  <a:prstClr val="black"/>
                </a:solidFill>
                <a:latin typeface="Segoe Sans Display Semibold" pitchFamily="2" charset="0"/>
                <a:cs typeface="Segoe Sans Display Semibold" pitchFamily="2" charset="0"/>
              </a:rPr>
            </a:br>
            <a:r>
              <a:rPr lang="en-US" sz="900" spc="-20" dirty="0">
                <a:solidFill>
                  <a:prstClr val="black"/>
                </a:solidFill>
                <a:cs typeface="Segoe UI" panose="020B0502040204020203" pitchFamily="34" charset="0"/>
              </a:rPr>
              <a:t>Module</a:t>
            </a:r>
          </a:p>
        </p:txBody>
      </p:sp>
      <p:sp>
        <p:nvSpPr>
          <p:cNvPr id="102" name="Rectangle 101">
            <a:extLst>
              <a:ext uri="{FF2B5EF4-FFF2-40B4-BE49-F238E27FC236}">
                <a16:creationId xmlns:a16="http://schemas.microsoft.com/office/drawing/2014/main" id="{71FF0255-268A-9F1F-2A48-8AC449A56736}"/>
              </a:ext>
            </a:extLst>
          </p:cNvPr>
          <p:cNvSpPr/>
          <p:nvPr/>
        </p:nvSpPr>
        <p:spPr bwMode="auto">
          <a:xfrm>
            <a:off x="5081975" y="5293560"/>
            <a:ext cx="667512" cy="415498"/>
          </a:xfrm>
          <a:prstGeom prst="rect">
            <a:avLst/>
          </a:prstGeom>
          <a:no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t>Windows 10/11</a:t>
            </a:r>
            <a:b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br>
            <a: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t>Endpoints</a:t>
            </a:r>
          </a:p>
        </p:txBody>
      </p:sp>
      <p:sp>
        <p:nvSpPr>
          <p:cNvPr id="103" name="Rectangle 102">
            <a:extLst>
              <a:ext uri="{FF2B5EF4-FFF2-40B4-BE49-F238E27FC236}">
                <a16:creationId xmlns:a16="http://schemas.microsoft.com/office/drawing/2014/main" id="{B72D686C-F6A9-C7F7-2F7B-3567317708D1}"/>
              </a:ext>
            </a:extLst>
          </p:cNvPr>
          <p:cNvSpPr/>
          <p:nvPr/>
        </p:nvSpPr>
        <p:spPr bwMode="auto">
          <a:xfrm>
            <a:off x="5889662" y="4948742"/>
            <a:ext cx="631941" cy="249299"/>
          </a:xfrm>
          <a:prstGeom prst="rect">
            <a:avLst/>
          </a:prstGeom>
          <a:no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gn="ctr" defTabSz="932472" fontAlgn="base">
              <a:lnSpc>
                <a:spcPct val="90000"/>
              </a:lnSpc>
              <a:spcBef>
                <a:spcPct val="0"/>
              </a:spcBef>
              <a:spcAft>
                <a:spcPct val="0"/>
              </a:spcAft>
              <a:defRPr/>
            </a:pPr>
            <a:r>
              <a:rPr lang="en-US" sz="900" spc="-20" dirty="0">
                <a:solidFill>
                  <a:prstClr val="black"/>
                </a:solidFill>
                <a:latin typeface="Segoe Sans Display Semibold" pitchFamily="2" charset="0"/>
                <a:cs typeface="Segoe Sans Display Semibold" pitchFamily="2" charset="0"/>
              </a:rPr>
              <a:t>Optional</a:t>
            </a:r>
            <a:br>
              <a:rPr lang="en-US" sz="900" spc="-20" dirty="0">
                <a:solidFill>
                  <a:prstClr val="black"/>
                </a:solidFill>
                <a:latin typeface="Segoe Sans Display Semibold" pitchFamily="2" charset="0"/>
                <a:cs typeface="Segoe Sans Display Semibold" pitchFamily="2" charset="0"/>
              </a:rPr>
            </a:br>
            <a:r>
              <a:rPr lang="en-US" sz="900" spc="-20" dirty="0">
                <a:solidFill>
                  <a:prstClr val="black"/>
                </a:solidFill>
                <a:cs typeface="Segoe UI" panose="020B0502040204020203" pitchFamily="34" charset="0"/>
              </a:rPr>
              <a:t>Module</a:t>
            </a:r>
          </a:p>
        </p:txBody>
      </p:sp>
      <p:sp>
        <p:nvSpPr>
          <p:cNvPr id="104" name="Rectangle 103">
            <a:extLst>
              <a:ext uri="{FF2B5EF4-FFF2-40B4-BE49-F238E27FC236}">
                <a16:creationId xmlns:a16="http://schemas.microsoft.com/office/drawing/2014/main" id="{617FDE26-AC60-6E6A-F183-669F312722CD}"/>
              </a:ext>
            </a:extLst>
          </p:cNvPr>
          <p:cNvSpPr/>
          <p:nvPr/>
        </p:nvSpPr>
        <p:spPr bwMode="auto">
          <a:xfrm>
            <a:off x="5871876" y="5293560"/>
            <a:ext cx="667512" cy="415498"/>
          </a:xfrm>
          <a:prstGeom prst="rect">
            <a:avLst/>
          </a:prstGeom>
          <a:no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20" normalizeH="0" noProof="0" dirty="0" err="1">
                <a:ln>
                  <a:noFill/>
                </a:ln>
                <a:solidFill>
                  <a:prstClr val="black"/>
                </a:solidFill>
                <a:effectLst/>
                <a:uLnTx/>
                <a:uFillTx/>
                <a:ea typeface="+mn-ea"/>
                <a:cs typeface="Segoe UI" panose="020B0502040204020203" pitchFamily="34" charset="0"/>
              </a:rPr>
              <a:t>Communi</a:t>
            </a:r>
            <a: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t>-cation Compliance</a:t>
            </a:r>
          </a:p>
        </p:txBody>
      </p:sp>
      <p:sp>
        <p:nvSpPr>
          <p:cNvPr id="105" name="Rectangle 104">
            <a:extLst>
              <a:ext uri="{FF2B5EF4-FFF2-40B4-BE49-F238E27FC236}">
                <a16:creationId xmlns:a16="http://schemas.microsoft.com/office/drawing/2014/main" id="{C6A282C9-2F31-B401-CAE3-6CEB1BABF495}"/>
              </a:ext>
            </a:extLst>
          </p:cNvPr>
          <p:cNvSpPr/>
          <p:nvPr/>
        </p:nvSpPr>
        <p:spPr bwMode="auto">
          <a:xfrm>
            <a:off x="6679564" y="4948742"/>
            <a:ext cx="631941" cy="249299"/>
          </a:xfrm>
          <a:prstGeom prst="rect">
            <a:avLst/>
          </a:prstGeom>
          <a:no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gn="ctr" defTabSz="932472" fontAlgn="base">
              <a:lnSpc>
                <a:spcPct val="90000"/>
              </a:lnSpc>
              <a:spcBef>
                <a:spcPct val="0"/>
              </a:spcBef>
              <a:spcAft>
                <a:spcPct val="0"/>
              </a:spcAft>
              <a:defRPr/>
            </a:pPr>
            <a:r>
              <a:rPr lang="en-US" sz="900" spc="-20" dirty="0">
                <a:solidFill>
                  <a:prstClr val="black"/>
                </a:solidFill>
                <a:latin typeface="Segoe Sans Display Semibold" pitchFamily="2" charset="0"/>
                <a:cs typeface="Segoe Sans Display Semibold" pitchFamily="2" charset="0"/>
              </a:rPr>
              <a:t>Optional</a:t>
            </a:r>
            <a:br>
              <a:rPr lang="en-US" sz="900" spc="-20" dirty="0">
                <a:solidFill>
                  <a:prstClr val="black"/>
                </a:solidFill>
                <a:latin typeface="Segoe Sans Display Semibold" pitchFamily="2" charset="0"/>
                <a:cs typeface="Segoe Sans Display Semibold" pitchFamily="2" charset="0"/>
              </a:rPr>
            </a:br>
            <a:r>
              <a:rPr lang="en-US" sz="900" spc="-20" dirty="0">
                <a:solidFill>
                  <a:prstClr val="black"/>
                </a:solidFill>
                <a:cs typeface="Segoe UI" panose="020B0502040204020203" pitchFamily="34" charset="0"/>
              </a:rPr>
              <a:t>Module</a:t>
            </a:r>
          </a:p>
        </p:txBody>
      </p:sp>
      <p:sp>
        <p:nvSpPr>
          <p:cNvPr id="106" name="Rectangle 105">
            <a:extLst>
              <a:ext uri="{FF2B5EF4-FFF2-40B4-BE49-F238E27FC236}">
                <a16:creationId xmlns:a16="http://schemas.microsoft.com/office/drawing/2014/main" id="{E8427075-260D-ED0D-7B9D-EBA29FAA052C}"/>
              </a:ext>
            </a:extLst>
          </p:cNvPr>
          <p:cNvSpPr/>
          <p:nvPr/>
        </p:nvSpPr>
        <p:spPr bwMode="auto">
          <a:xfrm>
            <a:off x="6661778" y="5293560"/>
            <a:ext cx="667512" cy="415498"/>
          </a:xfrm>
          <a:prstGeom prst="rect">
            <a:avLst/>
          </a:prstGeom>
          <a:no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t>Data</a:t>
            </a:r>
            <a:b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br>
            <a:r>
              <a:rPr kumimoji="0" lang="en-US" sz="900" b="0" i="0" u="none" strike="noStrike" kern="1200" cap="none" spc="-20" normalizeH="0" noProof="0" dirty="0">
                <a:ln>
                  <a:noFill/>
                </a:ln>
                <a:solidFill>
                  <a:prstClr val="black"/>
                </a:solidFill>
                <a:effectLst/>
                <a:uLnTx/>
                <a:uFillTx/>
                <a:ea typeface="+mn-ea"/>
                <a:cs typeface="Segoe UI" panose="020B0502040204020203" pitchFamily="34" charset="0"/>
              </a:rPr>
              <a:t>security for Generative AI</a:t>
            </a:r>
          </a:p>
        </p:txBody>
      </p:sp>
      <p:cxnSp>
        <p:nvCxnSpPr>
          <p:cNvPr id="45" name="Straight Arrow Connector 44">
            <a:extLst>
              <a:ext uri="{FF2B5EF4-FFF2-40B4-BE49-F238E27FC236}">
                <a16:creationId xmlns:a16="http://schemas.microsoft.com/office/drawing/2014/main" id="{D4298268-C5B5-15F6-7199-0BE4963C8379}"/>
              </a:ext>
              <a:ext uri="{C183D7F6-B498-43B3-948B-1728B52AA6E4}">
                <adec:decorative xmlns:adec="http://schemas.microsoft.com/office/drawing/2017/decorative" val="1"/>
              </a:ext>
            </a:extLst>
          </p:cNvPr>
          <p:cNvCxnSpPr>
            <a:cxnSpLocks/>
          </p:cNvCxnSpPr>
          <p:nvPr/>
        </p:nvCxnSpPr>
        <p:spPr>
          <a:xfrm>
            <a:off x="3325714" y="4707964"/>
            <a:ext cx="0" cy="547455"/>
          </a:xfrm>
          <a:prstGeom prst="straightConnector1">
            <a:avLst/>
          </a:prstGeom>
          <a:ln w="15875">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B2605875-6994-C391-7A56-0F16AAD7C7DE}"/>
              </a:ext>
              <a:ext uri="{C183D7F6-B498-43B3-948B-1728B52AA6E4}">
                <adec:decorative xmlns:adec="http://schemas.microsoft.com/office/drawing/2017/decorative" val="1"/>
              </a:ext>
            </a:extLst>
          </p:cNvPr>
          <p:cNvGrpSpPr/>
          <p:nvPr/>
        </p:nvGrpSpPr>
        <p:grpSpPr>
          <a:xfrm>
            <a:off x="-7" y="5909242"/>
            <a:ext cx="7772407" cy="2061278"/>
            <a:chOff x="-7" y="6414439"/>
            <a:chExt cx="7772407" cy="2164412"/>
          </a:xfrm>
        </p:grpSpPr>
        <p:sp>
          <p:nvSpPr>
            <p:cNvPr id="36" name="Rectangle 35">
              <a:extLst>
                <a:ext uri="{FF2B5EF4-FFF2-40B4-BE49-F238E27FC236}">
                  <a16:creationId xmlns:a16="http://schemas.microsoft.com/office/drawing/2014/main" id="{7224B1B2-4B46-A3FA-177B-99DCA1AF93CF}"/>
                </a:ext>
              </a:extLst>
            </p:cNvPr>
            <p:cNvSpPr/>
            <p:nvPr/>
          </p:nvSpPr>
          <p:spPr>
            <a:xfrm>
              <a:off x="0" y="6414439"/>
              <a:ext cx="7772400" cy="21644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a:extLst>
                <a:ext uri="{FF2B5EF4-FFF2-40B4-BE49-F238E27FC236}">
                  <a16:creationId xmlns:a16="http://schemas.microsoft.com/office/drawing/2014/main" id="{E8323626-05E4-EA3E-2148-C1BE8D879122}"/>
                </a:ext>
              </a:extLst>
            </p:cNvPr>
            <p:cNvPicPr>
              <a:picLocks noChangeAspect="1"/>
            </p:cNvPicPr>
            <p:nvPr/>
          </p:nvPicPr>
          <p:blipFill>
            <a:blip r:embed="rId15">
              <a:alphaModFix amt="30000"/>
            </a:blip>
            <a:srcRect l="58947" t="37067" r="35368" b="54614"/>
            <a:stretch/>
          </p:blipFill>
          <p:spPr>
            <a:xfrm flipH="1">
              <a:off x="-7" y="6414439"/>
              <a:ext cx="7772395" cy="2159262"/>
            </a:xfrm>
            <a:prstGeom prst="rect">
              <a:avLst/>
            </a:prstGeom>
          </p:spPr>
        </p:pic>
      </p:grpSp>
      <p:grpSp>
        <p:nvGrpSpPr>
          <p:cNvPr id="63" name="Group 62">
            <a:extLst>
              <a:ext uri="{FF2B5EF4-FFF2-40B4-BE49-F238E27FC236}">
                <a16:creationId xmlns:a16="http://schemas.microsoft.com/office/drawing/2014/main" id="{8C0792C5-9926-3D63-77D0-1F9BB6BA6507}"/>
              </a:ext>
              <a:ext uri="{C183D7F6-B498-43B3-948B-1728B52AA6E4}">
                <adec:decorative xmlns:adec="http://schemas.microsoft.com/office/drawing/2017/decorative" val="1"/>
              </a:ext>
            </a:extLst>
          </p:cNvPr>
          <p:cNvGrpSpPr/>
          <p:nvPr/>
        </p:nvGrpSpPr>
        <p:grpSpPr>
          <a:xfrm>
            <a:off x="400001" y="6747954"/>
            <a:ext cx="145724" cy="145724"/>
            <a:chOff x="440489" y="6441975"/>
            <a:chExt cx="135774" cy="135774"/>
          </a:xfrm>
        </p:grpSpPr>
        <p:sp>
          <p:nvSpPr>
            <p:cNvPr id="46" name="Oval 45">
              <a:extLst>
                <a:ext uri="{FF2B5EF4-FFF2-40B4-BE49-F238E27FC236}">
                  <a16:creationId xmlns:a16="http://schemas.microsoft.com/office/drawing/2014/main" id="{E1CC8B4E-6EF8-5D60-4B88-6EC036FA0813}"/>
                </a:ext>
              </a:extLst>
            </p:cNvPr>
            <p:cNvSpPr/>
            <p:nvPr/>
          </p:nvSpPr>
          <p:spPr>
            <a:xfrm>
              <a:off x="440489" y="6441975"/>
              <a:ext cx="135774" cy="135774"/>
            </a:xfrm>
            <a:prstGeom prst="ellipse">
              <a:avLst/>
            </a:prstGeom>
            <a:solidFill>
              <a:schemeClr val="bg1"/>
            </a:solidFill>
            <a:ln>
              <a:noFill/>
            </a:ln>
            <a:effectLst>
              <a:outerShdw blurRad="50800" algn="ctr"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US" sz="1800">
                <a:solidFill>
                  <a:prstClr val="white"/>
                </a:solidFill>
                <a:latin typeface="Segoe Sans Display"/>
              </a:endParaRPr>
            </a:p>
          </p:txBody>
        </p:sp>
        <p:pic>
          <p:nvPicPr>
            <p:cNvPr id="47" name="Graphic 46">
              <a:extLst>
                <a:ext uri="{FF2B5EF4-FFF2-40B4-BE49-F238E27FC236}">
                  <a16:creationId xmlns:a16="http://schemas.microsoft.com/office/drawing/2014/main" id="{72FBEDF3-B718-E823-15F6-2B587296047B}"/>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63441" y="6464927"/>
              <a:ext cx="89870" cy="89870"/>
            </a:xfrm>
            <a:prstGeom prst="rect">
              <a:avLst/>
            </a:prstGeom>
          </p:spPr>
        </p:pic>
      </p:grpSp>
      <p:grpSp>
        <p:nvGrpSpPr>
          <p:cNvPr id="71" name="Group 70">
            <a:extLst>
              <a:ext uri="{FF2B5EF4-FFF2-40B4-BE49-F238E27FC236}">
                <a16:creationId xmlns:a16="http://schemas.microsoft.com/office/drawing/2014/main" id="{0D842509-A342-FA2A-6C05-B5BA62972AC2}"/>
              </a:ext>
              <a:ext uri="{C183D7F6-B498-43B3-948B-1728B52AA6E4}">
                <adec:decorative xmlns:adec="http://schemas.microsoft.com/office/drawing/2017/decorative" val="1"/>
              </a:ext>
            </a:extLst>
          </p:cNvPr>
          <p:cNvGrpSpPr/>
          <p:nvPr/>
        </p:nvGrpSpPr>
        <p:grpSpPr>
          <a:xfrm>
            <a:off x="400001" y="7109904"/>
            <a:ext cx="145724" cy="145724"/>
            <a:chOff x="440489" y="6441975"/>
            <a:chExt cx="135774" cy="135774"/>
          </a:xfrm>
        </p:grpSpPr>
        <p:sp>
          <p:nvSpPr>
            <p:cNvPr id="72" name="Oval 71">
              <a:extLst>
                <a:ext uri="{FF2B5EF4-FFF2-40B4-BE49-F238E27FC236}">
                  <a16:creationId xmlns:a16="http://schemas.microsoft.com/office/drawing/2014/main" id="{13F56164-9F9F-BFE8-481A-C8B31B24CFA4}"/>
                </a:ext>
              </a:extLst>
            </p:cNvPr>
            <p:cNvSpPr/>
            <p:nvPr/>
          </p:nvSpPr>
          <p:spPr>
            <a:xfrm>
              <a:off x="440489" y="6441975"/>
              <a:ext cx="135774" cy="135774"/>
            </a:xfrm>
            <a:prstGeom prst="ellipse">
              <a:avLst/>
            </a:prstGeom>
            <a:solidFill>
              <a:schemeClr val="bg1"/>
            </a:solidFill>
            <a:ln>
              <a:noFill/>
            </a:ln>
            <a:effectLst>
              <a:outerShdw blurRad="50800" algn="ctr"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US" sz="1800">
                <a:solidFill>
                  <a:prstClr val="white"/>
                </a:solidFill>
                <a:latin typeface="Segoe Sans Display"/>
              </a:endParaRPr>
            </a:p>
          </p:txBody>
        </p:sp>
        <p:pic>
          <p:nvPicPr>
            <p:cNvPr id="73" name="Graphic 72">
              <a:extLst>
                <a:ext uri="{FF2B5EF4-FFF2-40B4-BE49-F238E27FC236}">
                  <a16:creationId xmlns:a16="http://schemas.microsoft.com/office/drawing/2014/main" id="{DB38678E-DAE2-41DE-ABA9-01063AF7A74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63441" y="6464927"/>
              <a:ext cx="89870" cy="89870"/>
            </a:xfrm>
            <a:prstGeom prst="rect">
              <a:avLst/>
            </a:prstGeom>
          </p:spPr>
        </p:pic>
      </p:grpSp>
      <p:grpSp>
        <p:nvGrpSpPr>
          <p:cNvPr id="77" name="Group 76">
            <a:extLst>
              <a:ext uri="{FF2B5EF4-FFF2-40B4-BE49-F238E27FC236}">
                <a16:creationId xmlns:a16="http://schemas.microsoft.com/office/drawing/2014/main" id="{B8F36C4A-6F15-6ED4-C4DF-375794B178A7}"/>
              </a:ext>
              <a:ext uri="{C183D7F6-B498-43B3-948B-1728B52AA6E4}">
                <adec:decorative xmlns:adec="http://schemas.microsoft.com/office/drawing/2017/decorative" val="1"/>
              </a:ext>
            </a:extLst>
          </p:cNvPr>
          <p:cNvGrpSpPr/>
          <p:nvPr/>
        </p:nvGrpSpPr>
        <p:grpSpPr>
          <a:xfrm>
            <a:off x="400001" y="7462329"/>
            <a:ext cx="145724" cy="145724"/>
            <a:chOff x="440489" y="6441975"/>
            <a:chExt cx="135774" cy="135774"/>
          </a:xfrm>
        </p:grpSpPr>
        <p:sp>
          <p:nvSpPr>
            <p:cNvPr id="78" name="Oval 77">
              <a:extLst>
                <a:ext uri="{FF2B5EF4-FFF2-40B4-BE49-F238E27FC236}">
                  <a16:creationId xmlns:a16="http://schemas.microsoft.com/office/drawing/2014/main" id="{CDC5BFD3-B99A-804B-6DA2-84CFC00197FD}"/>
                </a:ext>
              </a:extLst>
            </p:cNvPr>
            <p:cNvSpPr/>
            <p:nvPr/>
          </p:nvSpPr>
          <p:spPr>
            <a:xfrm>
              <a:off x="440489" y="6441975"/>
              <a:ext cx="135774" cy="135774"/>
            </a:xfrm>
            <a:prstGeom prst="ellipse">
              <a:avLst/>
            </a:prstGeom>
            <a:solidFill>
              <a:schemeClr val="bg1"/>
            </a:solidFill>
            <a:ln>
              <a:noFill/>
            </a:ln>
            <a:effectLst>
              <a:outerShdw blurRad="50800" algn="ctr"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US" sz="1800">
                <a:solidFill>
                  <a:prstClr val="white"/>
                </a:solidFill>
                <a:latin typeface="Segoe Sans Display"/>
              </a:endParaRPr>
            </a:p>
          </p:txBody>
        </p:sp>
        <p:pic>
          <p:nvPicPr>
            <p:cNvPr id="79" name="Graphic 78">
              <a:extLst>
                <a:ext uri="{FF2B5EF4-FFF2-40B4-BE49-F238E27FC236}">
                  <a16:creationId xmlns:a16="http://schemas.microsoft.com/office/drawing/2014/main" id="{6D8B1178-5A91-08B3-C380-1C8020725E1D}"/>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63441" y="6464927"/>
              <a:ext cx="89870" cy="89870"/>
            </a:xfrm>
            <a:prstGeom prst="rect">
              <a:avLst/>
            </a:prstGeom>
          </p:spPr>
        </p:pic>
      </p:grpSp>
      <p:grpSp>
        <p:nvGrpSpPr>
          <p:cNvPr id="83" name="Group 82">
            <a:extLst>
              <a:ext uri="{FF2B5EF4-FFF2-40B4-BE49-F238E27FC236}">
                <a16:creationId xmlns:a16="http://schemas.microsoft.com/office/drawing/2014/main" id="{5F03C2A4-03B9-A28B-8C27-53A040859DF1}"/>
              </a:ext>
              <a:ext uri="{C183D7F6-B498-43B3-948B-1728B52AA6E4}">
                <adec:decorative xmlns:adec="http://schemas.microsoft.com/office/drawing/2017/decorative" val="1"/>
              </a:ext>
            </a:extLst>
          </p:cNvPr>
          <p:cNvGrpSpPr/>
          <p:nvPr/>
        </p:nvGrpSpPr>
        <p:grpSpPr>
          <a:xfrm>
            <a:off x="3968973" y="6747954"/>
            <a:ext cx="145724" cy="145724"/>
            <a:chOff x="440489" y="6441975"/>
            <a:chExt cx="135774" cy="135774"/>
          </a:xfrm>
        </p:grpSpPr>
        <p:sp>
          <p:nvSpPr>
            <p:cNvPr id="84" name="Oval 83">
              <a:extLst>
                <a:ext uri="{FF2B5EF4-FFF2-40B4-BE49-F238E27FC236}">
                  <a16:creationId xmlns:a16="http://schemas.microsoft.com/office/drawing/2014/main" id="{D77A7925-F47B-AD86-0609-C337C5ADC562}"/>
                </a:ext>
              </a:extLst>
            </p:cNvPr>
            <p:cNvSpPr/>
            <p:nvPr/>
          </p:nvSpPr>
          <p:spPr>
            <a:xfrm>
              <a:off x="440489" y="6441975"/>
              <a:ext cx="135774" cy="135774"/>
            </a:xfrm>
            <a:prstGeom prst="ellipse">
              <a:avLst/>
            </a:prstGeom>
            <a:solidFill>
              <a:schemeClr val="bg1"/>
            </a:solidFill>
            <a:ln>
              <a:noFill/>
            </a:ln>
            <a:effectLst>
              <a:outerShdw blurRad="50800" algn="ctr"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US" sz="1800">
                <a:solidFill>
                  <a:prstClr val="white"/>
                </a:solidFill>
                <a:latin typeface="Segoe Sans Display"/>
              </a:endParaRPr>
            </a:p>
          </p:txBody>
        </p:sp>
        <p:pic>
          <p:nvPicPr>
            <p:cNvPr id="85" name="Graphic 84">
              <a:extLst>
                <a:ext uri="{FF2B5EF4-FFF2-40B4-BE49-F238E27FC236}">
                  <a16:creationId xmlns:a16="http://schemas.microsoft.com/office/drawing/2014/main" id="{61E51D51-DAC3-E9AD-EADA-A2C3933A2A7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63441" y="6464927"/>
              <a:ext cx="89870" cy="89870"/>
            </a:xfrm>
            <a:prstGeom prst="rect">
              <a:avLst/>
            </a:prstGeom>
          </p:spPr>
        </p:pic>
      </p:grpSp>
      <p:grpSp>
        <p:nvGrpSpPr>
          <p:cNvPr id="95" name="Group 94">
            <a:extLst>
              <a:ext uri="{FF2B5EF4-FFF2-40B4-BE49-F238E27FC236}">
                <a16:creationId xmlns:a16="http://schemas.microsoft.com/office/drawing/2014/main" id="{818DA87D-0F2F-EB69-15E0-3A32859AD51B}"/>
              </a:ext>
              <a:ext uri="{C183D7F6-B498-43B3-948B-1728B52AA6E4}">
                <adec:decorative xmlns:adec="http://schemas.microsoft.com/office/drawing/2017/decorative" val="1"/>
              </a:ext>
            </a:extLst>
          </p:cNvPr>
          <p:cNvGrpSpPr/>
          <p:nvPr/>
        </p:nvGrpSpPr>
        <p:grpSpPr>
          <a:xfrm>
            <a:off x="3968973" y="7109904"/>
            <a:ext cx="145724" cy="145724"/>
            <a:chOff x="440489" y="6441975"/>
            <a:chExt cx="135774" cy="135774"/>
          </a:xfrm>
        </p:grpSpPr>
        <p:sp>
          <p:nvSpPr>
            <p:cNvPr id="96" name="Oval 95">
              <a:extLst>
                <a:ext uri="{FF2B5EF4-FFF2-40B4-BE49-F238E27FC236}">
                  <a16:creationId xmlns:a16="http://schemas.microsoft.com/office/drawing/2014/main" id="{1CD78687-2EB5-6BE5-46D9-8A2E40292773}"/>
                </a:ext>
              </a:extLst>
            </p:cNvPr>
            <p:cNvSpPr/>
            <p:nvPr/>
          </p:nvSpPr>
          <p:spPr>
            <a:xfrm>
              <a:off x="440489" y="6441975"/>
              <a:ext cx="135774" cy="135774"/>
            </a:xfrm>
            <a:prstGeom prst="ellipse">
              <a:avLst/>
            </a:prstGeom>
            <a:solidFill>
              <a:schemeClr val="bg1"/>
            </a:solidFill>
            <a:ln>
              <a:noFill/>
            </a:ln>
            <a:effectLst>
              <a:outerShdw blurRad="50800" algn="ctr"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US" sz="1800">
                <a:solidFill>
                  <a:prstClr val="white"/>
                </a:solidFill>
                <a:latin typeface="Segoe Sans Display"/>
              </a:endParaRPr>
            </a:p>
          </p:txBody>
        </p:sp>
        <p:pic>
          <p:nvPicPr>
            <p:cNvPr id="97" name="Graphic 96">
              <a:extLst>
                <a:ext uri="{FF2B5EF4-FFF2-40B4-BE49-F238E27FC236}">
                  <a16:creationId xmlns:a16="http://schemas.microsoft.com/office/drawing/2014/main" id="{1B865917-4DD5-66A4-BFB5-2D866957159A}"/>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63441" y="6464927"/>
              <a:ext cx="89870" cy="89870"/>
            </a:xfrm>
            <a:prstGeom prst="rect">
              <a:avLst/>
            </a:prstGeom>
          </p:spPr>
        </p:pic>
      </p:grpSp>
      <p:sp>
        <p:nvSpPr>
          <p:cNvPr id="23" name="object 51">
            <a:extLst>
              <a:ext uri="{FF2B5EF4-FFF2-40B4-BE49-F238E27FC236}">
                <a16:creationId xmlns:a16="http://schemas.microsoft.com/office/drawing/2014/main" id="{6B3A4B15-4C19-4386-A98F-2B229D913A9F}"/>
              </a:ext>
            </a:extLst>
          </p:cNvPr>
          <p:cNvSpPr txBox="1"/>
          <p:nvPr/>
        </p:nvSpPr>
        <p:spPr>
          <a:xfrm>
            <a:off x="385335" y="6132557"/>
            <a:ext cx="5857747" cy="477054"/>
          </a:xfrm>
          <a:prstGeom prst="rect">
            <a:avLst/>
          </a:prstGeom>
        </p:spPr>
        <p:txBody>
          <a:bodyPr vert="horz" wrap="square" lIns="0" tIns="0" rIns="0" bIns="0" rtlCol="0">
            <a:spAutoFit/>
          </a:bodyPr>
          <a:lstStyle/>
          <a:p>
            <a:pPr marR="0" lvl="0" indent="0" algn="l" defTabSz="914367" rtl="0" eaLnBrk="1" fontAlgn="auto" latinLnBrk="0" hangingPunct="1">
              <a:lnSpc>
                <a:spcPct val="100000"/>
              </a:lnSpc>
              <a:spcBef>
                <a:spcPts val="0"/>
              </a:spcBef>
              <a:spcAft>
                <a:spcPts val="600"/>
              </a:spcAft>
              <a:buClrTx/>
              <a:buSzTx/>
              <a:buFontTx/>
              <a:buNone/>
              <a:tabLst/>
              <a:defRPr/>
            </a:pPr>
            <a:r>
              <a:rPr sz="1700" dirty="0">
                <a:cs typeface="Segoe Sans Display Semilight" pitchFamily="2" charset="0"/>
              </a:rPr>
              <a:t>What to expect</a:t>
            </a:r>
          </a:p>
          <a:p>
            <a:pPr marR="0" lvl="0" indent="0" algn="l" defTabSz="914367" rtl="0" eaLnBrk="1" fontAlgn="auto" latinLnBrk="0" hangingPunct="1">
              <a:lnSpc>
                <a:spcPct val="100000"/>
              </a:lnSpc>
              <a:spcAft>
                <a:spcPts val="0"/>
              </a:spcAft>
              <a:buClrTx/>
              <a:buSzTx/>
              <a:buFontTx/>
              <a:buNone/>
              <a:tabLst/>
              <a:defRPr/>
            </a:pPr>
            <a:r>
              <a:rPr kumimoji="0" sz="900" b="0" i="0" u="none" strike="noStrike" kern="1200" cap="none" spc="-5" normalizeH="0" baseline="0" noProof="0" dirty="0">
                <a:ln>
                  <a:noFill/>
                </a:ln>
                <a:solidFill>
                  <a:srgbClr val="000000"/>
                </a:solidFill>
                <a:effectLst/>
                <a:uLnTx/>
                <a:uFillTx/>
                <a:ea typeface="+mn-ea"/>
                <a:cs typeface="Segoe UI"/>
              </a:rPr>
              <a:t>By </a:t>
            </a:r>
            <a:r>
              <a:rPr kumimoji="0" sz="900" b="0" i="0" u="none" strike="noStrike" kern="1200" cap="none" spc="0" normalizeH="0" baseline="0" noProof="0" dirty="0">
                <a:ln>
                  <a:noFill/>
                </a:ln>
                <a:solidFill>
                  <a:srgbClr val="000000"/>
                </a:solidFill>
                <a:effectLst/>
                <a:uLnTx/>
                <a:uFillTx/>
                <a:ea typeface="+mn-ea"/>
                <a:cs typeface="Segoe UI"/>
              </a:rPr>
              <a:t>the end of this </a:t>
            </a:r>
            <a:r>
              <a:rPr kumimoji="0" lang="en-US" sz="900" b="0" i="0" u="none" strike="noStrike" kern="1200" cap="none" spc="0" normalizeH="0" baseline="0" noProof="0" dirty="0">
                <a:ln>
                  <a:noFill/>
                </a:ln>
                <a:solidFill>
                  <a:srgbClr val="000000"/>
                </a:solidFill>
                <a:effectLst/>
                <a:uLnTx/>
                <a:uFillTx/>
                <a:ea typeface="+mn-ea"/>
                <a:cs typeface="Segoe UI"/>
              </a:rPr>
              <a:t>workshop</a:t>
            </a:r>
            <a:r>
              <a:rPr kumimoji="0" sz="900" b="0" i="0" u="none" strike="noStrike" kern="1200" cap="none" spc="0" normalizeH="0" baseline="0" noProof="0" dirty="0">
                <a:ln>
                  <a:noFill/>
                </a:ln>
                <a:solidFill>
                  <a:srgbClr val="000000"/>
                </a:solidFill>
                <a:effectLst/>
                <a:uLnTx/>
                <a:uFillTx/>
                <a:ea typeface="+mn-ea"/>
                <a:cs typeface="Segoe UI"/>
              </a:rPr>
              <a:t>,</a:t>
            </a:r>
            <a:r>
              <a:rPr kumimoji="0" lang="en-US" sz="900" b="0" i="0" u="none" strike="noStrike" kern="1200" cap="none" spc="0" normalizeH="0" baseline="0" noProof="0" dirty="0">
                <a:ln>
                  <a:noFill/>
                </a:ln>
                <a:solidFill>
                  <a:srgbClr val="000000"/>
                </a:solidFill>
                <a:effectLst/>
                <a:uLnTx/>
                <a:uFillTx/>
                <a:ea typeface="+mn-ea"/>
                <a:cs typeface="Segoe UI"/>
              </a:rPr>
              <a:t> experts in </a:t>
            </a:r>
            <a:r>
              <a:rPr kumimoji="0" sz="900" b="0" i="0" u="none" strike="noStrike" kern="1200" cap="none" spc="0" normalizeH="0" baseline="0" noProof="0" dirty="0">
                <a:ln>
                  <a:noFill/>
                </a:ln>
                <a:solidFill>
                  <a:srgbClr val="000000"/>
                </a:solidFill>
                <a:effectLst/>
                <a:uLnTx/>
                <a:uFillTx/>
                <a:ea typeface="+mn-ea"/>
                <a:cs typeface="Segoe UI"/>
              </a:rPr>
              <a:t>Microsoft </a:t>
            </a:r>
            <a:r>
              <a:rPr kumimoji="0" lang="en-US" sz="900" b="0" i="0" u="none" strike="noStrike" kern="1200" cap="none" spc="-5" normalizeH="0" baseline="0" noProof="0" dirty="0">
                <a:ln>
                  <a:noFill/>
                </a:ln>
                <a:solidFill>
                  <a:srgbClr val="000000"/>
                </a:solidFill>
                <a:effectLst/>
                <a:uLnTx/>
                <a:uFillTx/>
                <a:ea typeface="+mn-ea"/>
                <a:cs typeface="Segoe UI"/>
              </a:rPr>
              <a:t>c</a:t>
            </a:r>
            <a:r>
              <a:rPr kumimoji="0" sz="900" b="0" i="0" u="none" strike="noStrike" kern="1200" cap="none" spc="-5" normalizeH="0" baseline="0" noProof="0" dirty="0">
                <a:ln>
                  <a:noFill/>
                </a:ln>
                <a:solidFill>
                  <a:srgbClr val="000000"/>
                </a:solidFill>
                <a:effectLst/>
                <a:uLnTx/>
                <a:uFillTx/>
                <a:ea typeface="+mn-ea"/>
                <a:cs typeface="Segoe UI"/>
              </a:rPr>
              <a:t>ompliance </a:t>
            </a:r>
            <a:r>
              <a:rPr kumimoji="0" sz="900" b="0" i="0" u="none" strike="noStrike" kern="1200" cap="none" spc="0" normalizeH="0" baseline="0" noProof="0" dirty="0">
                <a:ln>
                  <a:noFill/>
                </a:ln>
                <a:solidFill>
                  <a:srgbClr val="000000"/>
                </a:solidFill>
                <a:effectLst/>
                <a:uLnTx/>
                <a:uFillTx/>
                <a:ea typeface="+mn-ea"/>
                <a:cs typeface="Segoe UI"/>
              </a:rPr>
              <a:t>will provide you with</a:t>
            </a:r>
            <a:r>
              <a:rPr kumimoji="0" sz="900" b="0" i="0" u="none" strike="noStrike" kern="1200" cap="none" spc="-125" normalizeH="0" baseline="0" noProof="0" dirty="0">
                <a:ln>
                  <a:noFill/>
                </a:ln>
                <a:solidFill>
                  <a:srgbClr val="000000"/>
                </a:solidFill>
                <a:effectLst/>
                <a:uLnTx/>
                <a:uFillTx/>
                <a:ea typeface="+mn-ea"/>
                <a:cs typeface="Segoe UI"/>
              </a:rPr>
              <a:t> </a:t>
            </a:r>
            <a:r>
              <a:rPr kumimoji="0" sz="900" b="0" i="0" u="none" strike="noStrike" kern="1200" cap="none" spc="0" normalizeH="0" baseline="0" noProof="0" dirty="0">
                <a:ln>
                  <a:noFill/>
                </a:ln>
                <a:solidFill>
                  <a:srgbClr val="000000"/>
                </a:solidFill>
                <a:effectLst/>
                <a:uLnTx/>
                <a:uFillTx/>
                <a:ea typeface="+mn-ea"/>
                <a:cs typeface="Segoe UI"/>
              </a:rPr>
              <a:t>a:</a:t>
            </a:r>
          </a:p>
        </p:txBody>
      </p:sp>
      <p:sp>
        <p:nvSpPr>
          <p:cNvPr id="24" name="object 52">
            <a:extLst>
              <a:ext uri="{FF2B5EF4-FFF2-40B4-BE49-F238E27FC236}">
                <a16:creationId xmlns:a16="http://schemas.microsoft.com/office/drawing/2014/main" id="{6813EF33-BB30-CA12-7FB4-48EBC449BFE8}"/>
              </a:ext>
            </a:extLst>
          </p:cNvPr>
          <p:cNvSpPr txBox="1"/>
          <p:nvPr/>
        </p:nvSpPr>
        <p:spPr>
          <a:xfrm>
            <a:off x="657383" y="6741050"/>
            <a:ext cx="3136392" cy="1010533"/>
          </a:xfrm>
          <a:prstGeom prst="rect">
            <a:avLst/>
          </a:prstGeom>
        </p:spPr>
        <p:txBody>
          <a:bodyPr vert="horz" wrap="square" lIns="0" tIns="0" rIns="0" bIns="0" rtlCol="0">
            <a:spAutoFit/>
          </a:bodyPr>
          <a:lstStyle/>
          <a:p>
            <a:pPr marL="12700" marR="238760" lvl="0" indent="0" algn="l" defTabSz="914367" rtl="0" eaLnBrk="1" fontAlgn="auto" latinLnBrk="0" hangingPunct="1">
              <a:lnSpc>
                <a:spcPct val="100000"/>
              </a:lnSpc>
              <a:spcBef>
                <a:spcPts val="720"/>
              </a:spcBef>
              <a:spcAft>
                <a:spcPts val="0"/>
              </a:spcAft>
              <a:buClrTx/>
              <a:buSzTx/>
              <a:buFontTx/>
              <a:buNone/>
              <a:tabLst>
                <a:tab pos="240665" algn="l"/>
                <a:tab pos="241300" algn="l"/>
              </a:tabLst>
              <a:defRPr/>
            </a:pPr>
            <a:r>
              <a:rPr kumimoji="0" lang="en-US" sz="900" b="0" i="0" u="none" strike="noStrike" kern="1200" cap="none" spc="0" normalizeH="0" baseline="0" noProof="0" dirty="0">
                <a:ln>
                  <a:noFill/>
                </a:ln>
                <a:solidFill>
                  <a:srgbClr val="000000"/>
                </a:solidFill>
                <a:effectLst/>
                <a:uLnTx/>
                <a:uFillTx/>
                <a:ea typeface="+mn-ea"/>
                <a:cs typeface="Segoe UI"/>
              </a:rPr>
              <a:t>A Security Check report that includes findings and insights from the automated discovery process.</a:t>
            </a:r>
          </a:p>
          <a:p>
            <a:pPr marL="12700" marR="238760" lvl="0" indent="0" algn="l" defTabSz="914367" rtl="0" eaLnBrk="1" fontAlgn="auto" latinLnBrk="0" hangingPunct="1">
              <a:lnSpc>
                <a:spcPct val="100000"/>
              </a:lnSpc>
              <a:spcBef>
                <a:spcPts val="720"/>
              </a:spcBef>
              <a:spcAft>
                <a:spcPts val="0"/>
              </a:spcAft>
              <a:buClrTx/>
              <a:buSzTx/>
              <a:buFontTx/>
              <a:buNone/>
              <a:tabLst>
                <a:tab pos="240665" algn="l"/>
                <a:tab pos="241300" algn="l"/>
              </a:tabLst>
              <a:defRPr/>
            </a:pPr>
            <a:r>
              <a:rPr kumimoji="0" lang="en-US" sz="900" b="0" i="0" u="none" strike="noStrike" kern="1200" cap="none" spc="0" normalizeH="0" baseline="0" noProof="0" dirty="0">
                <a:ln>
                  <a:noFill/>
                </a:ln>
                <a:solidFill>
                  <a:srgbClr val="000000"/>
                </a:solidFill>
                <a:effectLst/>
                <a:uLnTx/>
                <a:uFillTx/>
                <a:ea typeface="+mn-ea"/>
                <a:cs typeface="Segoe UI"/>
              </a:rPr>
              <a:t>A list of recommendations and actionable next steps that will help mitigate the identified risks.</a:t>
            </a:r>
          </a:p>
          <a:p>
            <a:pPr marL="12700" marR="238760" lvl="0" indent="0" algn="l" defTabSz="914367" rtl="0" eaLnBrk="1" fontAlgn="auto" latinLnBrk="0" hangingPunct="1">
              <a:lnSpc>
                <a:spcPct val="100000"/>
              </a:lnSpc>
              <a:spcBef>
                <a:spcPts val="720"/>
              </a:spcBef>
              <a:spcAft>
                <a:spcPts val="0"/>
              </a:spcAft>
              <a:buClrTx/>
              <a:buSzTx/>
              <a:buFontTx/>
              <a:buNone/>
              <a:tabLst>
                <a:tab pos="240665" algn="l"/>
                <a:tab pos="241300" algn="l"/>
              </a:tabLst>
              <a:defRPr/>
            </a:pPr>
            <a:r>
              <a:rPr kumimoji="0" lang="en-US" sz="900" b="0" i="0" u="none" strike="noStrike" kern="1200" cap="none" spc="0" normalizeH="0" baseline="0" noProof="0" dirty="0">
                <a:ln>
                  <a:noFill/>
                </a:ln>
                <a:solidFill>
                  <a:srgbClr val="000000"/>
                </a:solidFill>
                <a:effectLst/>
                <a:uLnTx/>
                <a:uFillTx/>
                <a:ea typeface="+mn-ea"/>
                <a:cs typeface="Segoe UI"/>
              </a:rPr>
              <a:t>Clear look into Microsoft’s approach to data security and mitigating and controlling insider risks.</a:t>
            </a:r>
          </a:p>
        </p:txBody>
      </p:sp>
      <p:sp>
        <p:nvSpPr>
          <p:cNvPr id="25" name="object 53">
            <a:extLst>
              <a:ext uri="{FF2B5EF4-FFF2-40B4-BE49-F238E27FC236}">
                <a16:creationId xmlns:a16="http://schemas.microsoft.com/office/drawing/2014/main" id="{CF74C81D-F7DA-9115-94DD-4D96016603F9}"/>
              </a:ext>
            </a:extLst>
          </p:cNvPr>
          <p:cNvSpPr txBox="1"/>
          <p:nvPr/>
        </p:nvSpPr>
        <p:spPr>
          <a:xfrm>
            <a:off x="4226355" y="6741050"/>
            <a:ext cx="3136392" cy="643766"/>
          </a:xfrm>
          <a:prstGeom prst="rect">
            <a:avLst/>
          </a:prstGeom>
        </p:spPr>
        <p:txBody>
          <a:bodyPr vert="horz" wrap="square" lIns="0" tIns="0" rIns="0" bIns="0" rtlCol="0">
            <a:spAutoFit/>
          </a:bodyPr>
          <a:lstStyle/>
          <a:p>
            <a:pPr marL="12700" marR="5080" lvl="0" indent="0" algn="l" defTabSz="914367" rtl="0" eaLnBrk="1" fontAlgn="auto" latinLnBrk="0" hangingPunct="1">
              <a:lnSpc>
                <a:spcPct val="100000"/>
              </a:lnSpc>
              <a:spcBef>
                <a:spcPts val="720"/>
              </a:spcBef>
              <a:spcAft>
                <a:spcPts val="0"/>
              </a:spcAft>
              <a:buClrTx/>
              <a:buSzTx/>
              <a:buFontTx/>
              <a:buNone/>
              <a:tabLst>
                <a:tab pos="240665" algn="l"/>
                <a:tab pos="241300" algn="l"/>
              </a:tabLst>
              <a:defRPr/>
            </a:pPr>
            <a:r>
              <a:rPr kumimoji="0" lang="en-US" sz="900" b="0" i="0" u="none" strike="noStrike" kern="1200" cap="none" spc="0" normalizeH="0" baseline="0" noProof="0" dirty="0">
                <a:ln>
                  <a:noFill/>
                </a:ln>
                <a:solidFill>
                  <a:srgbClr val="000000"/>
                </a:solidFill>
                <a:effectLst/>
                <a:uLnTx/>
                <a:uFillTx/>
                <a:ea typeface="+mn-ea"/>
                <a:cs typeface="Segoe UI"/>
              </a:rPr>
              <a:t>Optional Compliance Manager Tenant Assessment report with suggestions and top key improvement actions.</a:t>
            </a:r>
            <a:endParaRPr kumimoji="0" sz="900" b="0" i="0" u="none" strike="noStrike" kern="1200" cap="none" spc="0" normalizeH="0" baseline="0" noProof="0" dirty="0">
              <a:ln>
                <a:noFill/>
              </a:ln>
              <a:solidFill>
                <a:srgbClr val="000000"/>
              </a:solidFill>
              <a:effectLst/>
              <a:uLnTx/>
              <a:uFillTx/>
              <a:ea typeface="+mn-ea"/>
              <a:cs typeface="Segoe UI"/>
            </a:endParaRPr>
          </a:p>
          <a:p>
            <a:pPr marL="12700" marR="271145" lvl="0" indent="0" algn="l" defTabSz="914367" rtl="0" eaLnBrk="1" fontAlgn="auto" latinLnBrk="0" hangingPunct="1">
              <a:lnSpc>
                <a:spcPct val="100000"/>
              </a:lnSpc>
              <a:spcBef>
                <a:spcPts val="720"/>
              </a:spcBef>
              <a:spcAft>
                <a:spcPts val="0"/>
              </a:spcAft>
              <a:buClrTx/>
              <a:buSzTx/>
              <a:buFontTx/>
              <a:buNone/>
              <a:tabLst>
                <a:tab pos="240665" algn="l"/>
                <a:tab pos="241300" algn="l"/>
              </a:tabLst>
              <a:defRPr/>
            </a:pPr>
            <a:r>
              <a:rPr kumimoji="0" sz="900" b="0" i="0" u="none" strike="noStrike" kern="1200" cap="none" spc="-5" normalizeH="0" baseline="0" noProof="0" dirty="0">
                <a:ln>
                  <a:noFill/>
                </a:ln>
                <a:solidFill>
                  <a:srgbClr val="000000"/>
                </a:solidFill>
                <a:effectLst/>
                <a:uLnTx/>
                <a:uFillTx/>
                <a:ea typeface="+mn-ea"/>
                <a:cs typeface="Segoe UI"/>
              </a:rPr>
              <a:t>Set </a:t>
            </a:r>
            <a:r>
              <a:rPr kumimoji="0" sz="900" b="0" i="0" u="none" strike="noStrike" kern="1200" cap="none" spc="0" normalizeH="0" baseline="0" noProof="0" dirty="0">
                <a:ln>
                  <a:noFill/>
                </a:ln>
                <a:solidFill>
                  <a:srgbClr val="000000"/>
                </a:solidFill>
                <a:effectLst/>
                <a:uLnTx/>
                <a:uFillTx/>
                <a:ea typeface="+mn-ea"/>
                <a:cs typeface="Segoe UI"/>
              </a:rPr>
              <a:t>of </a:t>
            </a:r>
            <a:r>
              <a:rPr kumimoji="0" sz="900" b="0" i="0" u="none" strike="noStrike" kern="1200" cap="none" spc="-5" normalizeH="0" baseline="0" noProof="0" dirty="0">
                <a:ln>
                  <a:noFill/>
                </a:ln>
                <a:solidFill>
                  <a:srgbClr val="000000"/>
                </a:solidFill>
                <a:effectLst/>
                <a:uLnTx/>
                <a:uFillTx/>
                <a:ea typeface="+mn-ea"/>
                <a:cs typeface="Segoe UI"/>
              </a:rPr>
              <a:t>long-term </a:t>
            </a:r>
            <a:r>
              <a:rPr kumimoji="0" sz="900" b="0" i="0" u="none" strike="noStrike" kern="1200" cap="none" spc="0" normalizeH="0" baseline="0" noProof="0" dirty="0">
                <a:ln>
                  <a:noFill/>
                </a:ln>
                <a:solidFill>
                  <a:srgbClr val="000000"/>
                </a:solidFill>
                <a:effectLst/>
                <a:uLnTx/>
                <a:uFillTx/>
                <a:ea typeface="+mn-ea"/>
                <a:cs typeface="Segoe UI"/>
              </a:rPr>
              <a:t>recommendations on your</a:t>
            </a:r>
            <a:r>
              <a:rPr kumimoji="0" sz="900" b="0" i="0" u="none" strike="noStrike" kern="1200" cap="none" spc="-90" normalizeH="0" baseline="0" noProof="0" dirty="0">
                <a:ln>
                  <a:noFill/>
                </a:ln>
                <a:solidFill>
                  <a:srgbClr val="000000"/>
                </a:solidFill>
                <a:effectLst/>
                <a:uLnTx/>
                <a:uFillTx/>
                <a:ea typeface="+mn-ea"/>
                <a:cs typeface="Segoe UI"/>
              </a:rPr>
              <a:t> </a:t>
            </a:r>
            <a:r>
              <a:rPr kumimoji="0" sz="900" b="0" i="0" u="none" strike="noStrike" kern="1200" cap="none" spc="0" normalizeH="0" baseline="0" noProof="0" dirty="0">
                <a:ln>
                  <a:noFill/>
                </a:ln>
                <a:solidFill>
                  <a:srgbClr val="000000"/>
                </a:solidFill>
                <a:effectLst/>
                <a:uLnTx/>
                <a:uFillTx/>
                <a:ea typeface="+mn-ea"/>
                <a:cs typeface="Segoe UI"/>
              </a:rPr>
              <a:t>compliance </a:t>
            </a:r>
            <a:r>
              <a:rPr kumimoji="0" sz="900" b="0" i="0" u="none" strike="noStrike" kern="1200" cap="none" spc="-5" normalizeH="0" baseline="0" noProof="0" dirty="0">
                <a:ln>
                  <a:noFill/>
                </a:ln>
                <a:solidFill>
                  <a:srgbClr val="000000"/>
                </a:solidFill>
                <a:effectLst/>
                <a:uLnTx/>
                <a:uFillTx/>
                <a:ea typeface="+mn-ea"/>
                <a:cs typeface="Segoe UI"/>
              </a:rPr>
              <a:t>strategy, </a:t>
            </a:r>
            <a:r>
              <a:rPr kumimoji="0" sz="900" b="0" i="0" u="none" strike="noStrike" kern="1200" cap="none" spc="0" normalizeH="0" baseline="0" noProof="0" dirty="0">
                <a:ln>
                  <a:noFill/>
                </a:ln>
                <a:solidFill>
                  <a:srgbClr val="000000"/>
                </a:solidFill>
                <a:effectLst/>
                <a:uLnTx/>
                <a:uFillTx/>
                <a:ea typeface="+mn-ea"/>
                <a:cs typeface="Segoe UI"/>
              </a:rPr>
              <a:t>with </a:t>
            </a:r>
            <a:r>
              <a:rPr kumimoji="0" sz="900" b="0" i="0" u="none" strike="noStrike" kern="1200" cap="none" spc="-5" normalizeH="0" baseline="0" noProof="0" dirty="0">
                <a:ln>
                  <a:noFill/>
                </a:ln>
                <a:solidFill>
                  <a:srgbClr val="000000"/>
                </a:solidFill>
                <a:effectLst/>
                <a:uLnTx/>
                <a:uFillTx/>
                <a:ea typeface="+mn-ea"/>
                <a:cs typeface="Segoe UI"/>
              </a:rPr>
              <a:t>key initiatives </a:t>
            </a:r>
            <a:r>
              <a:rPr kumimoji="0" sz="900" b="0" i="0" u="none" strike="noStrike" kern="1200" cap="none" spc="0" normalizeH="0" baseline="0" noProof="0" dirty="0">
                <a:ln>
                  <a:noFill/>
                </a:ln>
                <a:solidFill>
                  <a:srgbClr val="000000"/>
                </a:solidFill>
                <a:effectLst/>
                <a:uLnTx/>
                <a:uFillTx/>
                <a:ea typeface="+mn-ea"/>
                <a:cs typeface="Segoe UI"/>
              </a:rPr>
              <a:t>and tactical next</a:t>
            </a:r>
            <a:r>
              <a:rPr kumimoji="0" sz="900" b="0" i="0" u="none" strike="noStrike" kern="1200" cap="none" spc="-85" normalizeH="0" baseline="0" noProof="0" dirty="0">
                <a:ln>
                  <a:noFill/>
                </a:ln>
                <a:solidFill>
                  <a:srgbClr val="000000"/>
                </a:solidFill>
                <a:effectLst/>
                <a:uLnTx/>
                <a:uFillTx/>
                <a:ea typeface="+mn-ea"/>
                <a:cs typeface="Segoe UI"/>
              </a:rPr>
              <a:t> </a:t>
            </a:r>
            <a:r>
              <a:rPr kumimoji="0" sz="900" b="0" i="0" u="none" strike="noStrike" kern="1200" cap="none" spc="-5" normalizeH="0" baseline="0" noProof="0" dirty="0">
                <a:ln>
                  <a:noFill/>
                </a:ln>
                <a:solidFill>
                  <a:srgbClr val="000000"/>
                </a:solidFill>
                <a:effectLst/>
                <a:uLnTx/>
                <a:uFillTx/>
                <a:ea typeface="+mn-ea"/>
                <a:cs typeface="Segoe UI"/>
              </a:rPr>
              <a:t>steps</a:t>
            </a:r>
            <a:r>
              <a:rPr kumimoji="0" lang="en-US" sz="900" b="0" i="0" u="none" strike="noStrike" kern="1200" cap="none" spc="-5" normalizeH="0" baseline="0" noProof="0" dirty="0">
                <a:ln>
                  <a:noFill/>
                </a:ln>
                <a:solidFill>
                  <a:srgbClr val="000000"/>
                </a:solidFill>
                <a:effectLst/>
                <a:uLnTx/>
                <a:uFillTx/>
                <a:ea typeface="+mn-ea"/>
                <a:cs typeface="Segoe UI"/>
              </a:rPr>
              <a:t>.</a:t>
            </a:r>
            <a:endParaRPr kumimoji="0" sz="900" b="0" i="0" u="none" strike="noStrike" kern="1200" cap="none" spc="0" normalizeH="0" baseline="0" noProof="0" dirty="0">
              <a:ln>
                <a:noFill/>
              </a:ln>
              <a:solidFill>
                <a:srgbClr val="000000"/>
              </a:solidFill>
              <a:effectLst/>
              <a:uLnTx/>
              <a:uFillTx/>
              <a:ea typeface="+mn-ea"/>
              <a:cs typeface="Segoe UI"/>
            </a:endParaRPr>
          </a:p>
        </p:txBody>
      </p:sp>
      <p:sp>
        <p:nvSpPr>
          <p:cNvPr id="26" name="TextBox 25">
            <a:extLst>
              <a:ext uri="{FF2B5EF4-FFF2-40B4-BE49-F238E27FC236}">
                <a16:creationId xmlns:a16="http://schemas.microsoft.com/office/drawing/2014/main" id="{163D09A5-E3BD-1792-AD9B-DAC28A2C8056}"/>
              </a:ext>
            </a:extLst>
          </p:cNvPr>
          <p:cNvSpPr txBox="1"/>
          <p:nvPr/>
        </p:nvSpPr>
        <p:spPr>
          <a:xfrm>
            <a:off x="385335" y="8107693"/>
            <a:ext cx="6967966" cy="843821"/>
          </a:xfrm>
          <a:prstGeom prst="rect">
            <a:avLst/>
          </a:prstGeom>
          <a:noFill/>
        </p:spPr>
        <p:txBody>
          <a:bodyPr wrap="square" lIns="0" tIns="0" rIns="0" bIns="0" rtlCol="0">
            <a:spAutoFit/>
          </a:bodyPr>
          <a:lstStyle/>
          <a:p>
            <a:pPr marR="0" lvl="0" indent="0" defTabSz="932742" fontAlgn="auto">
              <a:lnSpc>
                <a:spcPct val="100000"/>
              </a:lnSpc>
              <a:spcBef>
                <a:spcPts val="0"/>
              </a:spcBef>
              <a:spcAft>
                <a:spcPts val="1000"/>
              </a:spcAft>
              <a:buClrTx/>
              <a:buSzPct val="90000"/>
              <a:buFontTx/>
              <a:buNone/>
              <a:tabLst/>
              <a:defRPr/>
            </a:pPr>
            <a:r>
              <a:rPr lang="en-US" sz="1700" dirty="0">
                <a:cs typeface="Segoe Sans Display Semilight" pitchFamily="2" charset="0"/>
              </a:rPr>
              <a:t>Why </a:t>
            </a:r>
            <a:r>
              <a:rPr lang="en-US" sz="1700" dirty="0">
                <a:solidFill>
                  <a:srgbClr val="FF0066"/>
                </a:solidFill>
                <a:cs typeface="Segoe Sans Display Semilight" pitchFamily="2" charset="0"/>
              </a:rPr>
              <a:t>Partner Name</a:t>
            </a:r>
            <a:r>
              <a:rPr lang="en-US" sz="1700" dirty="0">
                <a:cs typeface="Segoe Sans Display Semilight" pitchFamily="2" charset="0"/>
              </a:rPr>
              <a:t>?</a:t>
            </a:r>
          </a:p>
          <a:p>
            <a:pPr marR="0" lvl="0" indent="0" fontAlgn="auto">
              <a:lnSpc>
                <a:spcPct val="100000"/>
              </a:lnSpc>
              <a:spcBef>
                <a:spcPts val="0"/>
              </a:spcBef>
              <a:spcAft>
                <a:spcPts val="300"/>
              </a:spcAft>
              <a:buClrTx/>
              <a:buSzTx/>
              <a:buFontTx/>
              <a:buNone/>
              <a:tabLst/>
              <a:defRPr/>
            </a:pPr>
            <a:r>
              <a:rPr lang="en-US" sz="900" dirty="0">
                <a:cs typeface="Segoe UI" panose="020B0502040204020203" pitchFamily="34" charset="0"/>
              </a:rPr>
              <a:t>When it comes to compliance, you need an experienced partner. </a:t>
            </a:r>
          </a:p>
          <a:p>
            <a:pPr marR="0" lvl="0" indent="0" fontAlgn="auto">
              <a:lnSpc>
                <a:spcPct val="100000"/>
              </a:lnSpc>
              <a:spcBef>
                <a:spcPts val="0"/>
              </a:spcBef>
              <a:spcAft>
                <a:spcPts val="300"/>
              </a:spcAft>
              <a:buClrTx/>
              <a:buSzTx/>
              <a:buFontTx/>
              <a:buNone/>
              <a:tabLst/>
              <a:defRPr/>
            </a:pPr>
            <a:r>
              <a:rPr lang="en-US" sz="900" dirty="0">
                <a:solidFill>
                  <a:srgbClr val="FF0066"/>
                </a:solidFill>
                <a:cs typeface="Segoe UI" panose="020B0502040204020203" pitchFamily="34" charset="0"/>
              </a:rPr>
              <a:t>Partner to insert their personalized information on value proposition, experience, Microsoft 365 compliance features,</a:t>
            </a:r>
            <a:br>
              <a:rPr lang="en-US" sz="900" dirty="0">
                <a:solidFill>
                  <a:srgbClr val="FF0066"/>
                </a:solidFill>
                <a:cs typeface="Segoe UI" panose="020B0502040204020203" pitchFamily="34" charset="0"/>
              </a:rPr>
            </a:br>
            <a:r>
              <a:rPr lang="en-US" sz="900" dirty="0">
                <a:solidFill>
                  <a:srgbClr val="FF0066"/>
                </a:solidFill>
                <a:cs typeface="Segoe UI" panose="020B0502040204020203" pitchFamily="34" charset="0"/>
              </a:rPr>
              <a:t>knowledge, and/or services. </a:t>
            </a:r>
          </a:p>
        </p:txBody>
      </p:sp>
      <p:sp>
        <p:nvSpPr>
          <p:cNvPr id="44" name="Rectangle 43">
            <a:extLst>
              <a:ext uri="{FF2B5EF4-FFF2-40B4-BE49-F238E27FC236}">
                <a16:creationId xmlns:a16="http://schemas.microsoft.com/office/drawing/2014/main" id="{EFF6177D-A566-2B10-2D18-6C7B6C132A75}"/>
              </a:ext>
              <a:ext uri="{C183D7F6-B498-43B3-948B-1728B52AA6E4}">
                <adec:decorative xmlns:adec="http://schemas.microsoft.com/office/drawing/2017/decorative" val="1"/>
              </a:ext>
            </a:extLst>
          </p:cNvPr>
          <p:cNvSpPr/>
          <p:nvPr/>
        </p:nvSpPr>
        <p:spPr>
          <a:xfrm>
            <a:off x="0" y="9115424"/>
            <a:ext cx="7772400" cy="94297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2FF9B525-46EA-9AA5-A8FE-8990293B381E}"/>
              </a:ext>
              <a:ext uri="{C183D7F6-B498-43B3-948B-1728B52AA6E4}">
                <adec:decorative xmlns:adec="http://schemas.microsoft.com/office/drawing/2017/decorative" val="1"/>
              </a:ext>
            </a:extLst>
          </p:cNvPr>
          <p:cNvGrpSpPr/>
          <p:nvPr/>
        </p:nvGrpSpPr>
        <p:grpSpPr>
          <a:xfrm>
            <a:off x="510988" y="9346431"/>
            <a:ext cx="732978" cy="477788"/>
            <a:chOff x="23618" y="0"/>
            <a:chExt cx="911852" cy="617222"/>
          </a:xfrm>
        </p:grpSpPr>
        <p:sp>
          <p:nvSpPr>
            <p:cNvPr id="13" name="Rectangle: Rounded Corners 12">
              <a:extLst>
                <a:ext uri="{FF2B5EF4-FFF2-40B4-BE49-F238E27FC236}">
                  <a16:creationId xmlns:a16="http://schemas.microsoft.com/office/drawing/2014/main" id="{713145A7-B6F2-5B90-576A-E5D0C1F18D18}"/>
                </a:ext>
              </a:extLst>
            </p:cNvPr>
            <p:cNvSpPr/>
            <p:nvPr/>
          </p:nvSpPr>
          <p:spPr>
            <a:xfrm rot="2700000">
              <a:off x="169303" y="0"/>
              <a:ext cx="617222" cy="617222"/>
            </a:xfrm>
            <a:prstGeom prst="roundRect">
              <a:avLst>
                <a:gd name="adj" fmla="val 7822"/>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atin typeface="Segoe Sans Display" pitchFamily="2" charset="0"/>
                <a:cs typeface="Segoe Sans Display" pitchFamily="2" charset="0"/>
              </a:endParaRPr>
            </a:p>
          </p:txBody>
        </p:sp>
        <p:sp>
          <p:nvSpPr>
            <p:cNvPr id="14" name="TextBox 12">
              <a:extLst>
                <a:ext uri="{FF2B5EF4-FFF2-40B4-BE49-F238E27FC236}">
                  <a16:creationId xmlns:a16="http://schemas.microsoft.com/office/drawing/2014/main" id="{9DBB4150-A8A1-DED3-B6AE-3FFB4E5BC66B}"/>
                </a:ext>
              </a:extLst>
            </p:cNvPr>
            <p:cNvSpPr txBox="1"/>
            <p:nvPr/>
          </p:nvSpPr>
          <p:spPr>
            <a:xfrm>
              <a:off x="23618" y="65658"/>
              <a:ext cx="911852" cy="544974"/>
            </a:xfrm>
            <a:prstGeom prst="rect">
              <a:avLst/>
            </a:prstGeom>
            <a:noFill/>
            <a:ln>
              <a:noFill/>
            </a:ln>
          </p:spPr>
          <p:txBody>
            <a:bodyPr wrap="square" rtlCol="0" anchor="ctr">
              <a:noAutofit/>
            </a:bodyPr>
            <a:lstStyle/>
            <a:p>
              <a:pPr marL="0" marR="0" algn="ctr">
                <a:spcBef>
                  <a:spcPts val="0"/>
                </a:spcBef>
                <a:spcAft>
                  <a:spcPts val="0"/>
                </a:spcAft>
              </a:pPr>
              <a:r>
                <a:rPr lang="en-US" sz="900" b="1" kern="1200" dirty="0">
                  <a:solidFill>
                    <a:srgbClr val="FF0066"/>
                  </a:solidFill>
                  <a:effectLst/>
                  <a:latin typeface="Segoe Sans Display" pitchFamily="2" charset="0"/>
                  <a:ea typeface="Times New Roman" panose="02020603050405020304" pitchFamily="18" charset="0"/>
                  <a:cs typeface="Segoe Sans Display" pitchFamily="2" charset="0"/>
                </a:rPr>
                <a:t>Partner </a:t>
              </a:r>
              <a:endParaRPr lang="en-US" dirty="0">
                <a:solidFill>
                  <a:srgbClr val="FF0066"/>
                </a:solidFill>
                <a:effectLst/>
                <a:latin typeface="Segoe Sans Display" pitchFamily="2" charset="0"/>
                <a:ea typeface="Times New Roman" panose="02020603050405020304" pitchFamily="18" charset="0"/>
                <a:cs typeface="Segoe Sans Display" pitchFamily="2" charset="0"/>
              </a:endParaRPr>
            </a:p>
            <a:p>
              <a:pPr marL="0" marR="0" algn="ctr">
                <a:spcBef>
                  <a:spcPts val="0"/>
                </a:spcBef>
                <a:spcAft>
                  <a:spcPts val="0"/>
                </a:spcAft>
              </a:pPr>
              <a:r>
                <a:rPr lang="en-US" sz="900" b="1" kern="1200" dirty="0">
                  <a:solidFill>
                    <a:srgbClr val="FF0066"/>
                  </a:solidFill>
                  <a:effectLst/>
                  <a:latin typeface="Segoe Sans Display" pitchFamily="2" charset="0"/>
                  <a:ea typeface="Times New Roman" panose="02020603050405020304" pitchFamily="18" charset="0"/>
                  <a:cs typeface="Segoe Sans Display" pitchFamily="2" charset="0"/>
                </a:rPr>
                <a:t>Logo</a:t>
              </a:r>
              <a:endParaRPr lang="en-US" dirty="0">
                <a:solidFill>
                  <a:srgbClr val="FF0066"/>
                </a:solidFill>
                <a:effectLst/>
                <a:latin typeface="Segoe Sans Display" pitchFamily="2" charset="0"/>
                <a:ea typeface="Times New Roman" panose="02020603050405020304" pitchFamily="18" charset="0"/>
                <a:cs typeface="Segoe Sans Display" pitchFamily="2" charset="0"/>
              </a:endParaRPr>
            </a:p>
          </p:txBody>
        </p:sp>
      </p:grpSp>
      <p:sp>
        <p:nvSpPr>
          <p:cNvPr id="12" name="Rectangle 11">
            <a:extLst>
              <a:ext uri="{FF2B5EF4-FFF2-40B4-BE49-F238E27FC236}">
                <a16:creationId xmlns:a16="http://schemas.microsoft.com/office/drawing/2014/main" id="{0D9DD1E6-B445-2E46-47E6-F7468B1AF2F8}"/>
              </a:ext>
            </a:extLst>
          </p:cNvPr>
          <p:cNvSpPr/>
          <p:nvPr/>
        </p:nvSpPr>
        <p:spPr>
          <a:xfrm>
            <a:off x="1361441" y="9319868"/>
            <a:ext cx="6199071" cy="546303"/>
          </a:xfrm>
          <a:prstGeom prst="rect">
            <a:avLst/>
          </a:prstGeom>
        </p:spPr>
        <p:txBody>
          <a:bodyPr wrap="square">
            <a:spAutoFit/>
          </a:bodyPr>
          <a:lstStyle/>
          <a:p>
            <a:r>
              <a:rPr lang="en-US" sz="1700" dirty="0">
                <a:cs typeface="Segoe Sans Display" pitchFamily="2" charset="0"/>
              </a:rPr>
              <a:t>Contact us today to get started! </a:t>
            </a:r>
          </a:p>
          <a:p>
            <a:pPr>
              <a:spcBef>
                <a:spcPts val="300"/>
              </a:spcBef>
            </a:pPr>
            <a:r>
              <a:rPr lang="en-US" sz="900" dirty="0">
                <a:solidFill>
                  <a:srgbClr val="FF0066"/>
                </a:solidFill>
                <a:latin typeface="Segoe Sans Display" pitchFamily="2" charset="0"/>
                <a:cs typeface="Segoe Sans Display" pitchFamily="2" charset="0"/>
              </a:rPr>
              <a:t>[Microsoft Partner]  [Contact email  |  postal address  |  website URL]</a:t>
            </a:r>
          </a:p>
        </p:txBody>
      </p:sp>
    </p:spTree>
    <p:extLst>
      <p:ext uri="{BB962C8B-B14F-4D97-AF65-F5344CB8AC3E}">
        <p14:creationId xmlns:p14="http://schemas.microsoft.com/office/powerpoint/2010/main" val="1153406455"/>
      </p:ext>
    </p:extLst>
  </p:cSld>
  <p:clrMapOvr>
    <a:masterClrMapping/>
  </p:clrMapOvr>
</p:sld>
</file>

<file path=ppt/theme/theme1.xml><?xml version="1.0" encoding="utf-8"?>
<a:theme xmlns:a="http://schemas.openxmlformats.org/drawingml/2006/main" name="Microsoft Security template">
  <a:themeElements>
    <a:clrScheme name="Microsoft Security">
      <a:dk1>
        <a:srgbClr val="000000"/>
      </a:dk1>
      <a:lt1>
        <a:srgbClr val="FFFFFF"/>
      </a:lt1>
      <a:dk2>
        <a:srgbClr val="243A5E"/>
      </a:dk2>
      <a:lt2>
        <a:srgbClr val="E6E6E6"/>
      </a:lt2>
      <a:accent1>
        <a:srgbClr val="0078D4"/>
      </a:accent1>
      <a:accent2>
        <a:srgbClr val="FFB900"/>
      </a:accent2>
      <a:accent3>
        <a:srgbClr val="107C10"/>
      </a:accent3>
      <a:accent4>
        <a:srgbClr val="737373"/>
      </a:accent4>
      <a:accent5>
        <a:srgbClr val="9BF00B"/>
      </a:accent5>
      <a:accent6>
        <a:srgbClr val="50E6FF"/>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_Security_BrandTemplate_v10.potx" id="{FA44F287-60BB-48C7-B80C-62BD5504555E}" vid="{676AD5CD-2562-4982-A575-5107351C6BEE}"/>
    </a:ext>
  </a:extLst>
</a:theme>
</file>

<file path=ppt/theme/theme2.xml><?xml version="1.0" encoding="utf-8"?>
<a:theme xmlns:a="http://schemas.openxmlformats.org/drawingml/2006/main" name="1_Office Theme">
  <a:themeElements>
    <a:clrScheme name="SCI Colors">
      <a:dk1>
        <a:sysClr val="windowText" lastClr="000000"/>
      </a:dk1>
      <a:lt1>
        <a:sysClr val="window" lastClr="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2A446F"/>
      </a:hlink>
      <a:folHlink>
        <a:srgbClr val="FFE399"/>
      </a:folHlink>
    </a:clrScheme>
    <a:fontScheme name="Engagement">
      <a:majorFont>
        <a:latin typeface="Segoe Sans Display"/>
        <a:ea typeface=""/>
        <a:cs typeface=""/>
      </a:majorFont>
      <a:minorFont>
        <a:latin typeface="Segoe Sans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ngagement template_green" id="{CEE06807-73AE-487F-AD8F-845A88AADFD8}" vid="{9724AC93-1271-493D-BD60-6D025847EEA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795DE1BA95F0F44928AD52CE26F3A81" ma:contentTypeVersion="21" ma:contentTypeDescription="Create a new document." ma:contentTypeScope="" ma:versionID="ab6764ca03e1d3b124beacc6de4d8e70">
  <xsd:schema xmlns:xsd="http://www.w3.org/2001/XMLSchema" xmlns:xs="http://www.w3.org/2001/XMLSchema" xmlns:p="http://schemas.microsoft.com/office/2006/metadata/properties" xmlns:ns1="http://schemas.microsoft.com/sharepoint/v3" xmlns:ns2="6a0b5848-5d4f-4a8c-b92f-d3342726cf85" xmlns:ns3="8e5e91a6-894e-44a7-841f-492a00b8a202" xmlns:ns4="230e9df3-be65-4c73-a93b-d1236ebd677e" targetNamespace="http://schemas.microsoft.com/office/2006/metadata/properties" ma:root="true" ma:fieldsID="d18580317f9afb20084b498eb79c13f9" ns1:_="" ns2:_="" ns3:_="" ns4:_="">
    <xsd:import namespace="http://schemas.microsoft.com/sharepoint/v3"/>
    <xsd:import namespace="6a0b5848-5d4f-4a8c-b92f-d3342726cf85"/>
    <xsd:import namespace="8e5e91a6-894e-44a7-841f-492a00b8a202"/>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1:_ip_UnifiedCompliancePolicyProperties" minOccurs="0"/>
                <xsd:element ref="ns1:_ip_UnifiedCompliancePolicyUIAction" minOccurs="0"/>
                <xsd:element ref="ns3:SharedWithUsers" minOccurs="0"/>
                <xsd:element ref="ns3:SharedWithDetails" minOccurs="0"/>
                <xsd:element ref="ns2:MediaServiceOCR"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4:TaxCatchAll" minOccurs="0"/>
                <xsd:element ref="ns2:MediaServiceSearchProperties" minOccurs="0"/>
                <xsd:element ref="ns2:MediaServiceDocTag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a0b5848-5d4f-4a8c-b92f-d3342726cf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DocTags" ma:index="25" nillable="true" ma:displayName="MediaServiceDocTags" ma:hidden="true" ma:internalName="MediaServiceDocTags" ma:readOnly="true">
      <xsd:simpleType>
        <xsd:restriction base="dms:Note"/>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e5e91a6-894e-44a7-841f-492a00b8a202"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81dbab06-9458-4b20-983b-16777042276e}" ma:internalName="TaxCatchAll" ma:showField="CatchAllData" ma:web="8e5e91a6-894e-44a7-841f-492a00b8a20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6a0b5848-5d4f-4a8c-b92f-d3342726cf85" xsi:nil="true"/>
    <TaxCatchAll xmlns="230e9df3-be65-4c73-a93b-d1236ebd677e" xsi:nil="true"/>
    <lcf76f155ced4ddcb4097134ff3c332f xmlns="6a0b5848-5d4f-4a8c-b92f-d3342726cf85">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C4B4EA23-8CB5-4F05-AF3C-800B75BC5EF1}"/>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F990F116-B58F-4255-B05B-DA3808E0E5C6}">
  <ds:schemaRefs>
    <ds:schemaRef ds:uri="http://schemas.microsoft.com/office/2006/documentManagement/types"/>
    <ds:schemaRef ds:uri="http://purl.org/dc/elements/1.1/"/>
    <ds:schemaRef ds:uri="http://www.w3.org/XML/1998/namespace"/>
    <ds:schemaRef ds:uri="230e9df3-be65-4c73-a93b-d1236ebd677e"/>
    <ds:schemaRef ds:uri="6a0b5848-5d4f-4a8c-b92f-d3342726cf85"/>
    <ds:schemaRef ds:uri="http://purl.org/dc/terms/"/>
    <ds:schemaRef ds:uri="http://schemas.microsoft.com/sharepoint/v3"/>
    <ds:schemaRef ds:uri="http://schemas.microsoft.com/office/infopath/2007/PartnerControls"/>
    <ds:schemaRef ds:uri="http://schemas.openxmlformats.org/package/2006/metadata/core-properties"/>
    <ds:schemaRef ds:uri="8e5e91a6-894e-44a7-841f-492a00b8a202"/>
    <ds:schemaRef ds:uri="http://schemas.microsoft.com/office/2006/metadata/properties"/>
    <ds:schemaRef ds:uri="http://purl.org/dc/dcmitype/"/>
  </ds:schemaRefs>
</ds:datastoreItem>
</file>

<file path=docMetadata/LabelInfo.xml><?xml version="1.0" encoding="utf-8"?>
<clbl:labelList xmlns:clbl="http://schemas.microsoft.com/office/2020/mipLabelMetadata">
  <clbl:label id="{bf6c1c87-0f27-42bd-b1ad-2ae81745d473}" enabled="0" method="" siteId="{bf6c1c87-0f27-42bd-b1ad-2ae81745d473}" removed="1"/>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Microsoft_Security_PowerPoint_template</Template>
  <TotalTime>6327</TotalTime>
  <Words>1223</Words>
  <Application>Microsoft Office PowerPoint</Application>
  <PresentationFormat>Custom</PresentationFormat>
  <Paragraphs>157</Paragraphs>
  <Slides>3</Slides>
  <Notes>2</Notes>
  <HiddenSlides>1</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vt:i4>
      </vt:variant>
    </vt:vector>
  </HeadingPairs>
  <TitlesOfParts>
    <vt:vector size="12" baseType="lpstr">
      <vt:lpstr>Arial</vt:lpstr>
      <vt:lpstr>Segoe Sans Display</vt:lpstr>
      <vt:lpstr>Segoe Sans Display Semibold</vt:lpstr>
      <vt:lpstr>Segoe Sans Display Semilight</vt:lpstr>
      <vt:lpstr>Segoe UI</vt:lpstr>
      <vt:lpstr>Segoe UI Semibold</vt:lpstr>
      <vt:lpstr>Wingdings</vt:lpstr>
      <vt:lpstr>Microsoft Security template</vt:lpstr>
      <vt:lpstr>1_Office Theme</vt:lpstr>
      <vt:lpstr>Version history &amp; updates</vt:lpstr>
      <vt:lpstr>The Data Security Envisioning Workshop</vt:lpstr>
      <vt:lpstr>The Data Security Envisioning Workshop </vt:lpstr>
    </vt:vector>
  </TitlesOfParts>
  <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Security Engagement</dc:title>
  <dc:subject>20-Workshop Flyer</dc:subject>
  <dc:creator>François van Hemert</dc:creator>
  <cp:keywords/>
  <dc:description>Version 4.2.2 - January 2023</dc:description>
  <cp:lastModifiedBy>Francois van Hemert</cp:lastModifiedBy>
  <cp:revision>195</cp:revision>
  <dcterms:created xsi:type="dcterms:W3CDTF">2021-05-19T12:57:30Z</dcterms:created>
  <dcterms:modified xsi:type="dcterms:W3CDTF">2025-12-08T10:16:37Z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0x0101004795DE1BA95F0F44928AD52CE26F3A81</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SetDate">
    <vt:lpwstr>2017-08-29T14:27:20.8568347-07:00</vt:lpwstr>
  </property>
  <property fmtid="{D5CDD505-2E9C-101B-9397-08002B2CF9AE}" pid="15" name="MSIP_Label_f42aa342-8706-4288-bd11-ebb85995028c_Name">
    <vt:lpwstr>General</vt:lpwstr>
  </property>
  <property fmtid="{D5CDD505-2E9C-101B-9397-08002B2CF9AE}" pid="16" name="MSIP_Label_f42aa342-8706-4288-bd11-ebb85995028c_Extended_MSFT_Method">
    <vt:lpwstr>Automatic</vt:lpwstr>
  </property>
  <property fmtid="{D5CDD505-2E9C-101B-9397-08002B2CF9AE}" pid="17" name="Sensitivity">
    <vt:lpwstr>General</vt:lpwstr>
  </property>
  <property fmtid="{D5CDD505-2E9C-101B-9397-08002B2CF9AE}" pid="18" name="MediaServiceImageTags">
    <vt:lpwstr/>
  </property>
</Properties>
</file>